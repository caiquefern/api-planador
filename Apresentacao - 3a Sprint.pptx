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9" r:id="rId8"/>
    <p:sldId id="270" r:id="rId9"/>
    <p:sldId id="272" r:id="rId10"/>
    <p:sldId id="271" r:id="rId11"/>
    <p:sldId id="273" r:id="rId12"/>
    <p:sldId id="274" r:id="rId13"/>
    <p:sldId id="275" r:id="rId14"/>
    <p:sldId id="276" r:id="rId15"/>
    <p:sldId id="277" r:id="rId16"/>
    <p:sldId id="266" r:id="rId17"/>
    <p:sldId id="26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15377-EF8B-1DE1-52DF-6BD148E2F6BA}" v="768" dt="2025-10-30T19:46:11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QUE FERNANDES" userId="S::caique.fernandes01@fatec.sp.gov.br::c99982d1-c7cb-4eeb-a7ff-ba5827dbbfea" providerId="AD" clId="Web-{DA315377-EF8B-1DE1-52DF-6BD148E2F6BA}"/>
    <pc:docChg chg="addSld delSld modSld sldOrd">
      <pc:chgData name="CAIQUE FERNANDES" userId="S::caique.fernandes01@fatec.sp.gov.br::c99982d1-c7cb-4eeb-a7ff-ba5827dbbfea" providerId="AD" clId="Web-{DA315377-EF8B-1DE1-52DF-6BD148E2F6BA}" dt="2025-10-30T19:46:11.995" v="590"/>
      <pc:docMkLst>
        <pc:docMk/>
      </pc:docMkLst>
      <pc:sldChg chg="modSp modTransition">
        <pc:chgData name="CAIQUE FERNANDES" userId="S::caique.fernandes01@fatec.sp.gov.br::c99982d1-c7cb-4eeb-a7ff-ba5827dbbfea" providerId="AD" clId="Web-{DA315377-EF8B-1DE1-52DF-6BD148E2F6BA}" dt="2025-10-30T19:41:08.489" v="543"/>
        <pc:sldMkLst>
          <pc:docMk/>
          <pc:sldMk cId="2999728337" sldId="256"/>
        </pc:sldMkLst>
        <pc:spChg chg="mod">
          <ac:chgData name="CAIQUE FERNANDES" userId="S::caique.fernandes01@fatec.sp.gov.br::c99982d1-c7cb-4eeb-a7ff-ba5827dbbfea" providerId="AD" clId="Web-{DA315377-EF8B-1DE1-52DF-6BD148E2F6BA}" dt="2025-10-30T19:02:24.156" v="0" actId="20577"/>
          <ac:spMkLst>
            <pc:docMk/>
            <pc:sldMk cId="2999728337" sldId="256"/>
            <ac:spMk id="8" creationId="{6A4D174D-FE43-9320-DC48-0CD12F8E0DB5}"/>
          </ac:spMkLst>
        </pc:spChg>
      </pc:sldChg>
      <pc:sldChg chg="modTransition">
        <pc:chgData name="CAIQUE FERNANDES" userId="S::caique.fernandes01@fatec.sp.gov.br::c99982d1-c7cb-4eeb-a7ff-ba5827dbbfea" providerId="AD" clId="Web-{DA315377-EF8B-1DE1-52DF-6BD148E2F6BA}" dt="2025-10-30T19:41:08.489" v="528"/>
        <pc:sldMkLst>
          <pc:docMk/>
          <pc:sldMk cId="2116568490" sldId="257"/>
        </pc:sldMkLst>
      </pc:sldChg>
      <pc:sldChg chg="modSp modTransition">
        <pc:chgData name="CAIQUE FERNANDES" userId="S::caique.fernandes01@fatec.sp.gov.br::c99982d1-c7cb-4eeb-a7ff-ba5827dbbfea" providerId="AD" clId="Web-{DA315377-EF8B-1DE1-52DF-6BD148E2F6BA}" dt="2025-10-30T19:43:59.355" v="585" actId="20577"/>
        <pc:sldMkLst>
          <pc:docMk/>
          <pc:sldMk cId="2777658419" sldId="258"/>
        </pc:sldMkLst>
        <pc:spChg chg="mod">
          <ac:chgData name="CAIQUE FERNANDES" userId="S::caique.fernandes01@fatec.sp.gov.br::c99982d1-c7cb-4eeb-a7ff-ba5827dbbfea" providerId="AD" clId="Web-{DA315377-EF8B-1DE1-52DF-6BD148E2F6BA}" dt="2025-10-30T19:02:31.453" v="1" actId="20577"/>
          <ac:spMkLst>
            <pc:docMk/>
            <pc:sldMk cId="2777658419" sldId="258"/>
            <ac:spMk id="2" creationId="{94FB5A38-9AA4-845C-CD59-FAC8ACD9D276}"/>
          </ac:spMkLst>
        </pc:spChg>
        <pc:spChg chg="mod">
          <ac:chgData name="CAIQUE FERNANDES" userId="S::caique.fernandes01@fatec.sp.gov.br::c99982d1-c7cb-4eeb-a7ff-ba5827dbbfea" providerId="AD" clId="Web-{DA315377-EF8B-1DE1-52DF-6BD148E2F6BA}" dt="2025-10-30T19:43:59.355" v="585" actId="20577"/>
          <ac:spMkLst>
            <pc:docMk/>
            <pc:sldMk cId="2777658419" sldId="258"/>
            <ac:spMk id="5" creationId="{647293AB-A88E-D483-11B9-83A778103849}"/>
          </ac:spMkLst>
        </pc:spChg>
      </pc:sldChg>
      <pc:sldChg chg="addSp delSp modSp modTransition delAnim">
        <pc:chgData name="CAIQUE FERNANDES" userId="S::caique.fernandes01@fatec.sp.gov.br::c99982d1-c7cb-4eeb-a7ff-ba5827dbbfea" providerId="AD" clId="Web-{DA315377-EF8B-1DE1-52DF-6BD148E2F6BA}" dt="2025-10-30T19:41:08.489" v="535"/>
        <pc:sldMkLst>
          <pc:docMk/>
          <pc:sldMk cId="4156468987" sldId="265"/>
        </pc:sldMkLst>
        <pc:spChg chg="del">
          <ac:chgData name="CAIQUE FERNANDES" userId="S::caique.fernandes01@fatec.sp.gov.br::c99982d1-c7cb-4eeb-a7ff-ba5827dbbfea" providerId="AD" clId="Web-{DA315377-EF8B-1DE1-52DF-6BD148E2F6BA}" dt="2025-10-30T19:06:26.985" v="66"/>
          <ac:spMkLst>
            <pc:docMk/>
            <pc:sldMk cId="4156468987" sldId="265"/>
            <ac:spMk id="4" creationId="{D16A6E14-0D6E-8781-ACFF-FA9282DC7396}"/>
          </ac:spMkLst>
        </pc:spChg>
        <pc:spChg chg="del">
          <ac:chgData name="CAIQUE FERNANDES" userId="S::caique.fernandes01@fatec.sp.gov.br::c99982d1-c7cb-4eeb-a7ff-ba5827dbbfea" providerId="AD" clId="Web-{DA315377-EF8B-1DE1-52DF-6BD148E2F6BA}" dt="2025-10-30T19:06:26.985" v="65"/>
          <ac:spMkLst>
            <pc:docMk/>
            <pc:sldMk cId="4156468987" sldId="265"/>
            <ac:spMk id="7" creationId="{5B8CBF8C-517E-E69F-BEB4-F6D7BCC9B82B}"/>
          </ac:spMkLst>
        </pc:spChg>
        <pc:spChg chg="del">
          <ac:chgData name="CAIQUE FERNANDES" userId="S::caique.fernandes01@fatec.sp.gov.br::c99982d1-c7cb-4eeb-a7ff-ba5827dbbfea" providerId="AD" clId="Web-{DA315377-EF8B-1DE1-52DF-6BD148E2F6BA}" dt="2025-10-30T19:06:26.985" v="64"/>
          <ac:spMkLst>
            <pc:docMk/>
            <pc:sldMk cId="4156468987" sldId="265"/>
            <ac:spMk id="8" creationId="{039ACCAF-2A42-6E05-0AFA-C449FDE90018}"/>
          </ac:spMkLst>
        </pc:spChg>
        <pc:picChg chg="add mod">
          <ac:chgData name="CAIQUE FERNANDES" userId="S::caique.fernandes01@fatec.sp.gov.br::c99982d1-c7cb-4eeb-a7ff-ba5827dbbfea" providerId="AD" clId="Web-{DA315377-EF8B-1DE1-52DF-6BD148E2F6BA}" dt="2025-10-30T19:06:40.080" v="69" actId="14100"/>
          <ac:picMkLst>
            <pc:docMk/>
            <pc:sldMk cId="4156468987" sldId="265"/>
            <ac:picMk id="3" creationId="{FEBF7496-4B27-537A-C560-23FD2D85244E}"/>
          </ac:picMkLst>
        </pc:picChg>
        <pc:picChg chg="del">
          <ac:chgData name="CAIQUE FERNANDES" userId="S::caique.fernandes01@fatec.sp.gov.br::c99982d1-c7cb-4eeb-a7ff-ba5827dbbfea" providerId="AD" clId="Web-{DA315377-EF8B-1DE1-52DF-6BD148E2F6BA}" dt="2025-10-30T19:06:24.735" v="63"/>
          <ac:picMkLst>
            <pc:docMk/>
            <pc:sldMk cId="4156468987" sldId="265"/>
            <ac:picMk id="6" creationId="{D0ECEDF9-C8F8-9483-7A87-A3A42FCFD3D1}"/>
          </ac:picMkLst>
        </pc:picChg>
      </pc:sldChg>
      <pc:sldChg chg="addSp delSp modSp modTransition delAnim">
        <pc:chgData name="CAIQUE FERNANDES" userId="S::caique.fernandes01@fatec.sp.gov.br::c99982d1-c7cb-4eeb-a7ff-ba5827dbbfea" providerId="AD" clId="Web-{DA315377-EF8B-1DE1-52DF-6BD148E2F6BA}" dt="2025-10-30T19:45:05.888" v="588" actId="1076"/>
        <pc:sldMkLst>
          <pc:docMk/>
          <pc:sldMk cId="380167932" sldId="266"/>
        </pc:sldMkLst>
        <pc:picChg chg="del">
          <ac:chgData name="CAIQUE FERNANDES" userId="S::caique.fernandes01@fatec.sp.gov.br::c99982d1-c7cb-4eeb-a7ff-ba5827dbbfea" providerId="AD" clId="Web-{DA315377-EF8B-1DE1-52DF-6BD148E2F6BA}" dt="2025-10-30T19:05:59.203" v="60"/>
          <ac:picMkLst>
            <pc:docMk/>
            <pc:sldMk cId="380167932" sldId="266"/>
            <ac:picMk id="3" creationId="{3B0D0C87-FC97-1860-DEEC-ADCC37F8C9AA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45:01.810" v="586"/>
          <ac:picMkLst>
            <pc:docMk/>
            <pc:sldMk cId="380167932" sldId="266"/>
            <ac:picMk id="4" creationId="{B6B4F8B8-C120-808E-6307-714DEF6B3D8B}"/>
          </ac:picMkLst>
        </pc:picChg>
        <pc:picChg chg="add mod">
          <ac:chgData name="CAIQUE FERNANDES" userId="S::caique.fernandes01@fatec.sp.gov.br::c99982d1-c7cb-4eeb-a7ff-ba5827dbbfea" providerId="AD" clId="Web-{DA315377-EF8B-1DE1-52DF-6BD148E2F6BA}" dt="2025-10-30T19:45:05.888" v="588" actId="1076"/>
          <ac:picMkLst>
            <pc:docMk/>
            <pc:sldMk cId="380167932" sldId="266"/>
            <ac:picMk id="5" creationId="{A05403C1-3D3E-93B9-4D23-7222A763BD88}"/>
          </ac:picMkLst>
        </pc:picChg>
      </pc:sldChg>
      <pc:sldChg chg="modTransition">
        <pc:chgData name="CAIQUE FERNANDES" userId="S::caique.fernandes01@fatec.sp.gov.br::c99982d1-c7cb-4eeb-a7ff-ba5827dbbfea" providerId="AD" clId="Web-{DA315377-EF8B-1DE1-52DF-6BD148E2F6BA}" dt="2025-10-30T19:41:08.489" v="536"/>
        <pc:sldMkLst>
          <pc:docMk/>
          <pc:sldMk cId="355092971" sldId="267"/>
        </pc:sldMkLst>
      </pc:sldChg>
      <pc:sldChg chg="modSp new del modTransition">
        <pc:chgData name="CAIQUE FERNANDES" userId="S::caique.fernandes01@fatec.sp.gov.br::c99982d1-c7cb-4eeb-a7ff-ba5827dbbfea" providerId="AD" clId="Web-{DA315377-EF8B-1DE1-52DF-6BD148E2F6BA}" dt="2025-10-30T19:43:20.728" v="561"/>
        <pc:sldMkLst>
          <pc:docMk/>
          <pc:sldMk cId="1004076584" sldId="268"/>
        </pc:sldMkLst>
        <pc:spChg chg="mod">
          <ac:chgData name="CAIQUE FERNANDES" userId="S::caique.fernandes01@fatec.sp.gov.br::c99982d1-c7cb-4eeb-a7ff-ba5827dbbfea" providerId="AD" clId="Web-{DA315377-EF8B-1DE1-52DF-6BD148E2F6BA}" dt="2025-10-30T19:05:16.356" v="37" actId="20577"/>
          <ac:spMkLst>
            <pc:docMk/>
            <pc:sldMk cId="1004076584" sldId="268"/>
            <ac:spMk id="2" creationId="{CC1AF9F1-ACF0-9CFB-831C-4476FFD86B13}"/>
          </ac:spMkLst>
        </pc:spChg>
      </pc:sldChg>
      <pc:sldChg chg="del">
        <pc:chgData name="CAIQUE FERNANDES" userId="S::caique.fernandes01@fatec.sp.gov.br::c99982d1-c7cb-4eeb-a7ff-ba5827dbbfea" providerId="AD" clId="Web-{DA315377-EF8B-1DE1-52DF-6BD148E2F6BA}" dt="2025-10-30T19:05:06.184" v="34"/>
        <pc:sldMkLst>
          <pc:docMk/>
          <pc:sldMk cId="1085057278" sldId="268"/>
        </pc:sldMkLst>
      </pc:sldChg>
      <pc:sldChg chg="addSp delSp modSp new modTransition">
        <pc:chgData name="CAIQUE FERNANDES" userId="S::caique.fernandes01@fatec.sp.gov.br::c99982d1-c7cb-4eeb-a7ff-ba5827dbbfea" providerId="AD" clId="Web-{DA315377-EF8B-1DE1-52DF-6BD148E2F6BA}" dt="2025-10-30T19:41:08.489" v="531"/>
        <pc:sldMkLst>
          <pc:docMk/>
          <pc:sldMk cId="922657896" sldId="269"/>
        </pc:sldMkLst>
        <pc:spChg chg="mod">
          <ac:chgData name="CAIQUE FERNANDES" userId="S::caique.fernandes01@fatec.sp.gov.br::c99982d1-c7cb-4eeb-a7ff-ba5827dbbfea" providerId="AD" clId="Web-{DA315377-EF8B-1DE1-52DF-6BD148E2F6BA}" dt="2025-10-30T19:05:24.951" v="43" actId="20577"/>
          <ac:spMkLst>
            <pc:docMk/>
            <pc:sldMk cId="922657896" sldId="269"/>
            <ac:spMk id="2" creationId="{3151F32E-988A-5FCB-A0AE-F09D01C33D1B}"/>
          </ac:spMkLst>
        </pc:spChg>
        <pc:spChg chg="del">
          <ac:chgData name="CAIQUE FERNANDES" userId="S::caique.fernandes01@fatec.sp.gov.br::c99982d1-c7cb-4eeb-a7ff-ba5827dbbfea" providerId="AD" clId="Web-{DA315377-EF8B-1DE1-52DF-6BD148E2F6BA}" dt="2025-10-30T19:07:20.597" v="70"/>
          <ac:spMkLst>
            <pc:docMk/>
            <pc:sldMk cId="922657896" sldId="269"/>
            <ac:spMk id="3" creationId="{4EEA2389-0729-14A0-2CB8-9D96DF003E12}"/>
          </ac:spMkLst>
        </pc:spChg>
        <pc:picChg chg="add del mod">
          <ac:chgData name="CAIQUE FERNANDES" userId="S::caique.fernandes01@fatec.sp.gov.br::c99982d1-c7cb-4eeb-a7ff-ba5827dbbfea" providerId="AD" clId="Web-{DA315377-EF8B-1DE1-52DF-6BD148E2F6BA}" dt="2025-10-30T19:08:20.037" v="76"/>
          <ac:picMkLst>
            <pc:docMk/>
            <pc:sldMk cId="922657896" sldId="269"/>
            <ac:picMk id="4" creationId="{81413BC4-7E65-DC90-C61D-78AD0105DDAD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08:33.865" v="79"/>
          <ac:picMkLst>
            <pc:docMk/>
            <pc:sldMk cId="922657896" sldId="269"/>
            <ac:picMk id="5" creationId="{0EF9988E-D821-E20D-132D-3037739A518C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09:18.320" v="84"/>
          <ac:picMkLst>
            <pc:docMk/>
            <pc:sldMk cId="922657896" sldId="269"/>
            <ac:picMk id="6" creationId="{B7A22B32-4507-A42F-7700-D906617B6F8D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17:40.346" v="285"/>
          <ac:picMkLst>
            <pc:docMk/>
            <pc:sldMk cId="922657896" sldId="269"/>
            <ac:picMk id="7" creationId="{DE8C31A7-440E-EAC8-89C6-30109335AADB}"/>
          </ac:picMkLst>
        </pc:picChg>
        <pc:picChg chg="add mod">
          <ac:chgData name="CAIQUE FERNANDES" userId="S::caique.fernandes01@fatec.sp.gov.br::c99982d1-c7cb-4eeb-a7ff-ba5827dbbfea" providerId="AD" clId="Web-{DA315377-EF8B-1DE1-52DF-6BD148E2F6BA}" dt="2025-10-30T19:17:47.205" v="288" actId="1076"/>
          <ac:picMkLst>
            <pc:docMk/>
            <pc:sldMk cId="922657896" sldId="269"/>
            <ac:picMk id="8" creationId="{C000B2F7-8B4F-6F57-CBC2-7D651E4C5C42}"/>
          </ac:picMkLst>
        </pc:picChg>
      </pc:sldChg>
      <pc:sldChg chg="del">
        <pc:chgData name="CAIQUE FERNANDES" userId="S::caique.fernandes01@fatec.sp.gov.br::c99982d1-c7cb-4eeb-a7ff-ba5827dbbfea" providerId="AD" clId="Web-{DA315377-EF8B-1DE1-52DF-6BD148E2F6BA}" dt="2025-10-30T19:05:06.184" v="33"/>
        <pc:sldMkLst>
          <pc:docMk/>
          <pc:sldMk cId="3277356846" sldId="269"/>
        </pc:sldMkLst>
      </pc:sldChg>
      <pc:sldChg chg="addSp delSp modSp new modTransition">
        <pc:chgData name="CAIQUE FERNANDES" userId="S::caique.fernandes01@fatec.sp.gov.br::c99982d1-c7cb-4eeb-a7ff-ba5827dbbfea" providerId="AD" clId="Web-{DA315377-EF8B-1DE1-52DF-6BD148E2F6BA}" dt="2025-10-30T19:41:08.489" v="532"/>
        <pc:sldMkLst>
          <pc:docMk/>
          <pc:sldMk cId="437693000" sldId="270"/>
        </pc:sldMkLst>
        <pc:spChg chg="mod">
          <ac:chgData name="CAIQUE FERNANDES" userId="S::caique.fernandes01@fatec.sp.gov.br::c99982d1-c7cb-4eeb-a7ff-ba5827dbbfea" providerId="AD" clId="Web-{DA315377-EF8B-1DE1-52DF-6BD148E2F6BA}" dt="2025-10-30T19:05:32.435" v="51" actId="20577"/>
          <ac:spMkLst>
            <pc:docMk/>
            <pc:sldMk cId="437693000" sldId="270"/>
            <ac:spMk id="2" creationId="{1CF8EB8D-175E-FDF1-03EA-A262083A2F66}"/>
          </ac:spMkLst>
        </pc:spChg>
        <pc:spChg chg="del">
          <ac:chgData name="CAIQUE FERNANDES" userId="S::caique.fernandes01@fatec.sp.gov.br::c99982d1-c7cb-4eeb-a7ff-ba5827dbbfea" providerId="AD" clId="Web-{DA315377-EF8B-1DE1-52DF-6BD148E2F6BA}" dt="2025-10-30T19:09:46.805" v="87"/>
          <ac:spMkLst>
            <pc:docMk/>
            <pc:sldMk cId="437693000" sldId="270"/>
            <ac:spMk id="3" creationId="{5659999A-B892-A009-626B-263031F12B48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5:00.187" v="228" actId="1076"/>
          <ac:spMkLst>
            <pc:docMk/>
            <pc:sldMk cId="437693000" sldId="270"/>
            <ac:spMk id="6" creationId="{ED710ED9-3A94-2BF0-9739-EB9E638CB431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5:14.203" v="235" actId="20577"/>
          <ac:spMkLst>
            <pc:docMk/>
            <pc:sldMk cId="437693000" sldId="270"/>
            <ac:spMk id="8" creationId="{20897D92-2B61-A8E6-D51D-F4B3C32F6BF9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5:17.062" v="236" actId="20577"/>
          <ac:spMkLst>
            <pc:docMk/>
            <pc:sldMk cId="437693000" sldId="270"/>
            <ac:spMk id="10" creationId="{68186083-7F8C-055A-A49E-ED6033F9BBA5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5:19.078" v="237" actId="20577"/>
          <ac:spMkLst>
            <pc:docMk/>
            <pc:sldMk cId="437693000" sldId="270"/>
            <ac:spMk id="12" creationId="{14940AE9-E622-FE73-3BF2-A09D8272E1D5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6:07.876" v="278"/>
          <ac:spMkLst>
            <pc:docMk/>
            <pc:sldMk cId="437693000" sldId="270"/>
            <ac:spMk id="13" creationId="{012CD289-666C-44DA-7C8F-3FCA90A7DDDF}"/>
          </ac:spMkLst>
        </pc:spChg>
        <pc:picChg chg="add mod modCrop">
          <ac:chgData name="CAIQUE FERNANDES" userId="S::caique.fernandes01@fatec.sp.gov.br::c99982d1-c7cb-4eeb-a7ff-ba5827dbbfea" providerId="AD" clId="Web-{DA315377-EF8B-1DE1-52DF-6BD148E2F6BA}" dt="2025-10-30T19:16:23.470" v="280"/>
          <ac:picMkLst>
            <pc:docMk/>
            <pc:sldMk cId="437693000" sldId="270"/>
            <ac:picMk id="4" creationId="{273F248F-9E29-356E-BE07-430BA5E6837F}"/>
          </ac:picMkLst>
        </pc:picChg>
      </pc:sldChg>
      <pc:sldChg chg="del">
        <pc:chgData name="CAIQUE FERNANDES" userId="S::caique.fernandes01@fatec.sp.gov.br::c99982d1-c7cb-4eeb-a7ff-ba5827dbbfea" providerId="AD" clId="Web-{DA315377-EF8B-1DE1-52DF-6BD148E2F6BA}" dt="2025-10-30T19:05:06.184" v="32"/>
        <pc:sldMkLst>
          <pc:docMk/>
          <pc:sldMk cId="2087803262" sldId="270"/>
        </pc:sldMkLst>
      </pc:sldChg>
      <pc:sldChg chg="del">
        <pc:chgData name="CAIQUE FERNANDES" userId="S::caique.fernandes01@fatec.sp.gov.br::c99982d1-c7cb-4eeb-a7ff-ba5827dbbfea" providerId="AD" clId="Web-{DA315377-EF8B-1DE1-52DF-6BD148E2F6BA}" dt="2025-10-30T19:05:06.184" v="31"/>
        <pc:sldMkLst>
          <pc:docMk/>
          <pc:sldMk cId="34939812" sldId="271"/>
        </pc:sldMkLst>
      </pc:sldChg>
      <pc:sldChg chg="addSp delSp modSp new mod modTransition setBg">
        <pc:chgData name="CAIQUE FERNANDES" userId="S::caique.fernandes01@fatec.sp.gov.br::c99982d1-c7cb-4eeb-a7ff-ba5827dbbfea" providerId="AD" clId="Web-{DA315377-EF8B-1DE1-52DF-6BD148E2F6BA}" dt="2025-10-30T19:41:08.489" v="537"/>
        <pc:sldMkLst>
          <pc:docMk/>
          <pc:sldMk cId="2135611574" sldId="271"/>
        </pc:sldMkLst>
        <pc:spChg chg="mo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2" creationId="{76F0B4BF-CB1F-A860-6B15-7400A72E31F1}"/>
          </ac:spMkLst>
        </pc:spChg>
        <pc:spChg chg="mo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3" creationId="{92ACD5D7-E9BE-AFB8-D411-1E29C1A20A33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31.434" v="431"/>
          <ac:spMkLst>
            <pc:docMk/>
            <pc:sldMk cId="2135611574" sldId="271"/>
            <ac:spMk id="6" creationId="{3BCB5F6A-9EB0-40B0-9D13-3023E9A20508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13" creationId="{3F088236-D655-4F88-B238-E1676235802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14" creationId="{3F088236-D655-4F88-B238-E1676235802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15" creationId="{3DAC0C92-199E-475C-9390-119A9B027276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16" creationId="{3DAC0C92-199E-475C-9390-119A9B027276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17" creationId="{C4CFB339-0ED8-4FE2-9EF1-6D1375B8499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18" creationId="{C4CFB339-0ED8-4FE2-9EF1-6D1375B8499B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19" creationId="{31896C80-2069-4431-9C19-83B913734490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20" creationId="{31896C80-2069-4431-9C19-83B91373449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21" creationId="{BF120A21-0841-4823-B0C4-28AEBCEF9B78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22" creationId="{BF120A21-0841-4823-B0C4-28AEBCEF9B78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23" creationId="{DBB05BAE-BBD3-4289-899F-A6851503C6B0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24" creationId="{DBB05BAE-BBD3-4289-899F-A6851503C6B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4:23.059" v="427"/>
          <ac:spMkLst>
            <pc:docMk/>
            <pc:sldMk cId="2135611574" sldId="271"/>
            <ac:spMk id="25" creationId="{9874D11C-36F5-4BBE-A490-019A54E953B0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4:47.154" v="435"/>
          <ac:spMkLst>
            <pc:docMk/>
            <pc:sldMk cId="2135611574" sldId="271"/>
            <ac:spMk id="26" creationId="{9874D11C-36F5-4BBE-A490-019A54E953B0}"/>
          </ac:spMkLst>
        </pc:spChg>
        <pc:picChg chg="add del mod ord">
          <ac:chgData name="CAIQUE FERNANDES" userId="S::caique.fernandes01@fatec.sp.gov.br::c99982d1-c7cb-4eeb-a7ff-ba5827dbbfea" providerId="AD" clId="Web-{DA315377-EF8B-1DE1-52DF-6BD148E2F6BA}" dt="2025-10-30T19:24:44.529" v="433"/>
          <ac:picMkLst>
            <pc:docMk/>
            <pc:sldMk cId="2135611574" sldId="271"/>
            <ac:picMk id="4" creationId="{37895DCF-E49F-3585-B160-98AC35E36F89}"/>
          </ac:picMkLst>
        </pc:picChg>
        <pc:picChg chg="add mod ord">
          <ac:chgData name="CAIQUE FERNANDES" userId="S::caique.fernandes01@fatec.sp.gov.br::c99982d1-c7cb-4eeb-a7ff-ba5827dbbfea" providerId="AD" clId="Web-{DA315377-EF8B-1DE1-52DF-6BD148E2F6BA}" dt="2025-10-30T19:24:47.154" v="435"/>
          <ac:picMkLst>
            <pc:docMk/>
            <pc:sldMk cId="2135611574" sldId="271"/>
            <ac:picMk id="5" creationId="{4ADC5C53-BD9C-1121-7686-00603625E80A}"/>
          </ac:picMkLst>
        </pc:picChg>
      </pc:sldChg>
      <pc:sldChg chg="addSp delSp modSp add replId modTransition">
        <pc:chgData name="CAIQUE FERNANDES" userId="S::caique.fernandes01@fatec.sp.gov.br::c99982d1-c7cb-4eeb-a7ff-ba5827dbbfea" providerId="AD" clId="Web-{DA315377-EF8B-1DE1-52DF-6BD148E2F6BA}" dt="2025-10-30T19:41:08.489" v="533"/>
        <pc:sldMkLst>
          <pc:docMk/>
          <pc:sldMk cId="2902096303" sldId="272"/>
        </pc:sldMkLst>
        <pc:spChg chg="add mod">
          <ac:chgData name="CAIQUE FERNANDES" userId="S::caique.fernandes01@fatec.sp.gov.br::c99982d1-c7cb-4eeb-a7ff-ba5827dbbfea" providerId="AD" clId="Web-{DA315377-EF8B-1DE1-52DF-6BD148E2F6BA}" dt="2025-10-30T19:12:32.809" v="114" actId="1076"/>
          <ac:spMkLst>
            <pc:docMk/>
            <pc:sldMk cId="2902096303" sldId="272"/>
            <ac:spMk id="5" creationId="{7EEDB4FF-8FEA-A122-B21E-ABB5D0D5B3E8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2:44.497" v="118" actId="20577"/>
          <ac:spMkLst>
            <pc:docMk/>
            <pc:sldMk cId="2902096303" sldId="272"/>
            <ac:spMk id="6" creationId="{A056517D-1FC8-945F-EAE7-3CB0486CEC32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2:59.919" v="125" actId="20577"/>
          <ac:spMkLst>
            <pc:docMk/>
            <pc:sldMk cId="2902096303" sldId="272"/>
            <ac:spMk id="7" creationId="{51FB2488-68B2-FCA0-7FC6-887ED8EDBD94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3:14.154" v="128" actId="20577"/>
          <ac:spMkLst>
            <pc:docMk/>
            <pc:sldMk cId="2902096303" sldId="272"/>
            <ac:spMk id="8" creationId="{A8615CA0-95FC-AA91-3137-C434DD7EE4BA}"/>
          </ac:spMkLst>
        </pc:spChg>
        <pc:spChg chg="add mod">
          <ac:chgData name="CAIQUE FERNANDES" userId="S::caique.fernandes01@fatec.sp.gov.br::c99982d1-c7cb-4eeb-a7ff-ba5827dbbfea" providerId="AD" clId="Web-{DA315377-EF8B-1DE1-52DF-6BD148E2F6BA}" dt="2025-10-30T19:14:46.093" v="226" actId="1076"/>
          <ac:spMkLst>
            <pc:docMk/>
            <pc:sldMk cId="2902096303" sldId="272"/>
            <ac:spMk id="9" creationId="{CADB633C-418C-F951-FFD2-707C497B9969}"/>
          </ac:spMkLst>
        </pc:spChg>
        <pc:picChg chg="add mod modCrop">
          <ac:chgData name="CAIQUE FERNANDES" userId="S::caique.fernandes01@fatec.sp.gov.br::c99982d1-c7cb-4eeb-a7ff-ba5827dbbfea" providerId="AD" clId="Web-{DA315377-EF8B-1DE1-52DF-6BD148E2F6BA}" dt="2025-10-30T19:16:35.892" v="283"/>
          <ac:picMkLst>
            <pc:docMk/>
            <pc:sldMk cId="2902096303" sldId="272"/>
            <ac:picMk id="3" creationId="{0E31148D-E8FA-D7C8-17B8-EB6E024EE0ED}"/>
          </ac:picMkLst>
        </pc:picChg>
        <pc:picChg chg="del">
          <ac:chgData name="CAIQUE FERNANDES" userId="S::caique.fernandes01@fatec.sp.gov.br::c99982d1-c7cb-4eeb-a7ff-ba5827dbbfea" providerId="AD" clId="Web-{DA315377-EF8B-1DE1-52DF-6BD148E2F6BA}" dt="2025-10-30T19:10:46.041" v="95"/>
          <ac:picMkLst>
            <pc:docMk/>
            <pc:sldMk cId="2902096303" sldId="272"/>
            <ac:picMk id="4" creationId="{95995428-C4F9-D1FB-CA70-47990D5FA4BC}"/>
          </ac:picMkLst>
        </pc:picChg>
      </pc:sldChg>
      <pc:sldChg chg="del">
        <pc:chgData name="CAIQUE FERNANDES" userId="S::caique.fernandes01@fatec.sp.gov.br::c99982d1-c7cb-4eeb-a7ff-ba5827dbbfea" providerId="AD" clId="Web-{DA315377-EF8B-1DE1-52DF-6BD148E2F6BA}" dt="2025-10-30T19:05:06.168" v="28"/>
        <pc:sldMkLst>
          <pc:docMk/>
          <pc:sldMk cId="3655238397" sldId="272"/>
        </pc:sldMkLst>
      </pc:sldChg>
      <pc:sldChg chg="addSp delSp modSp add mod replId modTransition setBg">
        <pc:chgData name="CAIQUE FERNANDES" userId="S::caique.fernandes01@fatec.sp.gov.br::c99982d1-c7cb-4eeb-a7ff-ba5827dbbfea" providerId="AD" clId="Web-{DA315377-EF8B-1DE1-52DF-6BD148E2F6BA}" dt="2025-10-30T19:41:08.489" v="540"/>
        <pc:sldMkLst>
          <pc:docMk/>
          <pc:sldMk cId="1582553525" sldId="273"/>
        </pc:sldMkLst>
        <pc:spChg chg="mo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2" creationId="{C16BE8B4-ADE3-9572-A476-E1247DF43740}"/>
          </ac:spMkLst>
        </pc:spChg>
        <pc:spChg chg="mod ord">
          <ac:chgData name="CAIQUE FERNANDES" userId="S::caique.fernandes01@fatec.sp.gov.br::c99982d1-c7cb-4eeb-a7ff-ba5827dbbfea" providerId="AD" clId="Web-{DA315377-EF8B-1DE1-52DF-6BD148E2F6BA}" dt="2025-10-30T19:37:33.601" v="505" actId="20577"/>
          <ac:spMkLst>
            <pc:docMk/>
            <pc:sldMk cId="1582553525" sldId="273"/>
            <ac:spMk id="3" creationId="{1C8DA670-2B9A-64A3-ED68-C5FAF300DD02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8" creationId="{A65AC7D1-EAA9-48F5-B509-60A7F50BF703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10" creationId="{D6320AF9-619A-4175-865B-5663E1AEF4C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49.219" v="446"/>
          <ac:spMkLst>
            <pc:docMk/>
            <pc:sldMk cId="1582553525" sldId="273"/>
            <ac:spMk id="13" creationId="{3F088236-D655-4F88-B238-E1676235802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47" v="449"/>
          <ac:spMkLst>
            <pc:docMk/>
            <pc:sldMk cId="1582553525" sldId="273"/>
            <ac:spMk id="15" creationId="{3DAC0C92-199E-475C-9390-119A9B027276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16" creationId="{7E018740-5C2B-4A41-AC1A-7E68D1EC1954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47" v="449"/>
          <ac:spMkLst>
            <pc:docMk/>
            <pc:sldMk cId="1582553525" sldId="273"/>
            <ac:spMk id="17" creationId="{C4CFB339-0ED8-4FE2-9EF1-6D1375B8499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18" creationId="{166F75A4-C475-4941-8EE2-B80A06A2C1BB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47" v="449"/>
          <ac:spMkLst>
            <pc:docMk/>
            <pc:sldMk cId="1582553525" sldId="273"/>
            <ac:spMk id="19" creationId="{31896C80-2069-4431-9C19-83B913734490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20" creationId="{A032553A-72E8-4B0D-8405-FF9771C9AF0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31" v="448"/>
          <ac:spMkLst>
            <pc:docMk/>
            <pc:sldMk cId="1582553525" sldId="273"/>
            <ac:spMk id="21" creationId="{BF120A21-0841-4823-B0C4-28AEBCEF9B78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22" creationId="{765800AC-C3B9-498E-87BC-29FAE4C76B21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47" v="449"/>
          <ac:spMkLst>
            <pc:docMk/>
            <pc:sldMk cId="1582553525" sldId="273"/>
            <ac:spMk id="23" creationId="{DBB05BAE-BBD3-4289-899F-A6851503C6B0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24" creationId="{1F9D6ACB-2FF4-49F9-978A-E0D5327FC63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47" v="449"/>
          <ac:spMkLst>
            <pc:docMk/>
            <pc:sldMk cId="1582553525" sldId="273"/>
            <ac:spMk id="25" creationId="{9874D11C-36F5-4BBE-A490-019A54E953B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31" v="448"/>
          <ac:spMkLst>
            <pc:docMk/>
            <pc:sldMk cId="1582553525" sldId="273"/>
            <ac:spMk id="27" creationId="{9F4444CE-BC8D-4D61-B303-4C05614E62A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29:40.631" v="465"/>
          <ac:spMkLst>
            <pc:docMk/>
            <pc:sldMk cId="1582553525" sldId="273"/>
            <ac:spMk id="29" creationId="{A5EC319D-0FEA-4B95-A3EA-01E35672C95B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44.140" v="442"/>
          <ac:spMkLst>
            <pc:docMk/>
            <pc:sldMk cId="1582553525" sldId="273"/>
            <ac:spMk id="30" creationId="{3BCB5F6A-9EB0-40B0-9D13-3023E9A20508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31" v="448"/>
          <ac:spMkLst>
            <pc:docMk/>
            <pc:sldMk cId="1582553525" sldId="273"/>
            <ac:spMk id="32" creationId="{62423CA5-E2E1-4789-B759-9906C1C94063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5:53.031" v="448"/>
          <ac:spMkLst>
            <pc:docMk/>
            <pc:sldMk cId="1582553525" sldId="273"/>
            <ac:spMk id="36" creationId="{B2205F6E-03C6-4E92-877C-E2482F6599AA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38" creationId="{C4CFB339-0ED8-4FE2-9EF1-6D1375B8499B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0" creationId="{31896C80-2069-4431-9C19-83B91373449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2" creationId="{BF120A21-0841-4823-B0C4-28AEBCEF9B78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3" creationId="{3F088236-D655-4F88-B238-E16762358025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4" creationId="{DBB05BAE-BBD3-4289-899F-A6851503C6B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5" creationId="{3DAC0C92-199E-475C-9390-119A9B027276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6.002" v="460"/>
          <ac:spMkLst>
            <pc:docMk/>
            <pc:sldMk cId="1582553525" sldId="273"/>
            <ac:spMk id="46" creationId="{9874D11C-36F5-4BBE-A490-019A54E953B0}"/>
          </ac:spMkLst>
        </pc:spChg>
        <pc:spChg chg="add del">
          <ac:chgData name="CAIQUE FERNANDES" userId="S::caique.fernandes01@fatec.sp.gov.br::c99982d1-c7cb-4eeb-a7ff-ba5827dbbfea" providerId="AD" clId="Web-{DA315377-EF8B-1DE1-52DF-6BD148E2F6BA}" dt="2025-10-30T19:26:55.986" v="459"/>
          <ac:spMkLst>
            <pc:docMk/>
            <pc:sldMk cId="1582553525" sldId="273"/>
            <ac:spMk id="51" creationId="{BDDE9CD4-0E0A-4129-8689-A89C4E9A666D}"/>
          </ac:spMkLst>
        </pc:spChg>
        <pc:picChg chg="add del mod ord modCrop">
          <ac:chgData name="CAIQUE FERNANDES" userId="S::caique.fernandes01@fatec.sp.gov.br::c99982d1-c7cb-4eeb-a7ff-ba5827dbbfea" providerId="AD" clId="Web-{DA315377-EF8B-1DE1-52DF-6BD148E2F6BA}" dt="2025-10-30T19:26:16.329" v="454"/>
          <ac:picMkLst>
            <pc:docMk/>
            <pc:sldMk cId="1582553525" sldId="273"/>
            <ac:picMk id="4" creationId="{3F27D841-DF9A-D418-A1C4-96691EA842D2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29:21.006" v="462"/>
          <ac:picMkLst>
            <pc:docMk/>
            <pc:sldMk cId="1582553525" sldId="273"/>
            <ac:picMk id="5" creationId="{7C86BAE3-8B89-BD07-F90B-44B5897CD1B6}"/>
          </ac:picMkLst>
        </pc:picChg>
        <pc:picChg chg="add mod">
          <ac:chgData name="CAIQUE FERNANDES" userId="S::caique.fernandes01@fatec.sp.gov.br::c99982d1-c7cb-4eeb-a7ff-ba5827dbbfea" providerId="AD" clId="Web-{DA315377-EF8B-1DE1-52DF-6BD148E2F6BA}" dt="2025-10-30T19:33:52.292" v="471" actId="1076"/>
          <ac:picMkLst>
            <pc:docMk/>
            <pc:sldMk cId="1582553525" sldId="273"/>
            <ac:picMk id="6" creationId="{BB8D485B-0B36-41A5-B16C-6C45B8F802F2}"/>
          </ac:picMkLst>
        </pc:picChg>
        <pc:cxnChg chg="add del">
          <ac:chgData name="CAIQUE FERNANDES" userId="S::caique.fernandes01@fatec.sp.gov.br::c99982d1-c7cb-4eeb-a7ff-ba5827dbbfea" providerId="AD" clId="Web-{DA315377-EF8B-1DE1-52DF-6BD148E2F6BA}" dt="2025-10-30T19:25:46.453" v="444"/>
          <ac:cxnSpMkLst>
            <pc:docMk/>
            <pc:sldMk cId="1582553525" sldId="273"/>
            <ac:cxnSpMk id="11" creationId="{2AFD8CBA-54A3-4363-991B-B9C631BBFA74}"/>
          </ac:cxnSpMkLst>
        </pc:cxnChg>
      </pc:sldChg>
      <pc:sldChg chg="del">
        <pc:chgData name="CAIQUE FERNANDES" userId="S::caique.fernandes01@fatec.sp.gov.br::c99982d1-c7cb-4eeb-a7ff-ba5827dbbfea" providerId="AD" clId="Web-{DA315377-EF8B-1DE1-52DF-6BD148E2F6BA}" dt="2025-10-30T19:05:06.184" v="30"/>
        <pc:sldMkLst>
          <pc:docMk/>
          <pc:sldMk cId="3458659094" sldId="273"/>
        </pc:sldMkLst>
      </pc:sldChg>
      <pc:sldChg chg="addSp delSp modSp add mod ord replId modTransition setBg">
        <pc:chgData name="CAIQUE FERNANDES" userId="S::caique.fernandes01@fatec.sp.gov.br::c99982d1-c7cb-4eeb-a7ff-ba5827dbbfea" providerId="AD" clId="Web-{DA315377-EF8B-1DE1-52DF-6BD148E2F6BA}" dt="2025-10-30T19:46:08.463" v="589"/>
        <pc:sldMkLst>
          <pc:docMk/>
          <pc:sldMk cId="1601182434" sldId="274"/>
        </pc:sldMkLst>
        <pc:spChg chg="mo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" creationId="{419C5B0F-2655-7D0E-D85D-37B2FFFA1C10}"/>
          </ac:spMkLst>
        </pc:spChg>
        <pc:spChg chg="mod ord">
          <ac:chgData name="CAIQUE FERNANDES" userId="S::caique.fernandes01@fatec.sp.gov.br::c99982d1-c7cb-4eeb-a7ff-ba5827dbbfea" providerId="AD" clId="Web-{DA315377-EF8B-1DE1-52DF-6BD148E2F6BA}" dt="2025-10-30T19:37:27.569" v="501" actId="20577"/>
          <ac:spMkLst>
            <pc:docMk/>
            <pc:sldMk cId="1601182434" sldId="274"/>
            <ac:spMk id="3" creationId="{97068812-EC0D-1B7B-14A6-36080FD2721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10" creationId="{A65AC7D1-EAA9-48F5-B509-60A7F50BF703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12" creationId="{D6320AF9-619A-4175-865B-5663E1AEF4C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18" creationId="{7E018740-5C2B-4A41-AC1A-7E68D1EC1954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0" creationId="{166F75A4-C475-4941-8EE2-B80A06A2C1B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2" creationId="{A032553A-72E8-4B0D-8405-FF9771C9AF0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4" creationId="{765800AC-C3B9-498E-87BC-29FAE4C76B21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6" creationId="{1F9D6ACB-2FF4-49F9-978A-E0D5327FC63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45.434" v="483"/>
          <ac:spMkLst>
            <pc:docMk/>
            <pc:sldMk cId="1601182434" sldId="274"/>
            <ac:spMk id="28" creationId="{A5EC319D-0FEA-4B95-A3EA-01E35672C95B}"/>
          </ac:spMkLst>
        </pc:spChg>
        <pc:picChg chg="add del mod">
          <ac:chgData name="CAIQUE FERNANDES" userId="S::caique.fernandes01@fatec.sp.gov.br::c99982d1-c7cb-4eeb-a7ff-ba5827dbbfea" providerId="AD" clId="Web-{DA315377-EF8B-1DE1-52DF-6BD148E2F6BA}" dt="2025-10-30T19:31:40.493" v="469"/>
          <ac:picMkLst>
            <pc:docMk/>
            <pc:sldMk cId="1601182434" sldId="274"/>
            <ac:picMk id="4" creationId="{D8BF7A97-DE3D-2E64-F49C-6710C51CBA3E}"/>
          </ac:picMkLst>
        </pc:picChg>
        <pc:picChg chg="add mod">
          <ac:chgData name="CAIQUE FERNANDES" userId="S::caique.fernandes01@fatec.sp.gov.br::c99982d1-c7cb-4eeb-a7ff-ba5827dbbfea" providerId="AD" clId="Web-{DA315377-EF8B-1DE1-52DF-6BD148E2F6BA}" dt="2025-10-30T19:46:08.463" v="589"/>
          <ac:picMkLst>
            <pc:docMk/>
            <pc:sldMk cId="1601182434" sldId="274"/>
            <ac:picMk id="5" creationId="{44E24070-B2CA-D18B-D9D2-82629C4F815F}"/>
          </ac:picMkLst>
        </pc:picChg>
      </pc:sldChg>
      <pc:sldChg chg="del">
        <pc:chgData name="CAIQUE FERNANDES" userId="S::caique.fernandes01@fatec.sp.gov.br::c99982d1-c7cb-4eeb-a7ff-ba5827dbbfea" providerId="AD" clId="Web-{DA315377-EF8B-1DE1-52DF-6BD148E2F6BA}" dt="2025-10-30T19:05:06.168" v="29"/>
        <pc:sldMkLst>
          <pc:docMk/>
          <pc:sldMk cId="3204141320" sldId="274"/>
        </pc:sldMkLst>
      </pc:sldChg>
      <pc:sldChg chg="addSp modSp add mod ord replId modTransition setBg">
        <pc:chgData name="CAIQUE FERNANDES" userId="S::caique.fernandes01@fatec.sp.gov.br::c99982d1-c7cb-4eeb-a7ff-ba5827dbbfea" providerId="AD" clId="Web-{DA315377-EF8B-1DE1-52DF-6BD148E2F6BA}" dt="2025-10-30T19:41:08.489" v="539"/>
        <pc:sldMkLst>
          <pc:docMk/>
          <pc:sldMk cId="4135013829" sldId="275"/>
        </pc:sldMkLst>
        <pc:spChg chg="mo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2" creationId="{371FCF52-AE3E-F66B-E2A4-80BFB8D4A5E1}"/>
          </ac:spMkLst>
        </pc:spChg>
        <pc:spChg chg="mod ord">
          <ac:chgData name="CAIQUE FERNANDES" userId="S::caique.fernandes01@fatec.sp.gov.br::c99982d1-c7cb-4eeb-a7ff-ba5827dbbfea" providerId="AD" clId="Web-{DA315377-EF8B-1DE1-52DF-6BD148E2F6BA}" dt="2025-10-30T19:37:22.616" v="497" actId="20577"/>
          <ac:spMkLst>
            <pc:docMk/>
            <pc:sldMk cId="4135013829" sldId="275"/>
            <ac:spMk id="3" creationId="{85C62135-6917-9469-C5AA-88799E424997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9" creationId="{A65AC7D1-EAA9-48F5-B509-60A7F50BF703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11" creationId="{D6320AF9-619A-4175-865B-5663E1AEF4C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17" creationId="{7E018740-5C2B-4A41-AC1A-7E68D1EC1954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19" creationId="{166F75A4-C475-4941-8EE2-B80A06A2C1B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21" creationId="{A032553A-72E8-4B0D-8405-FF9771C9AF0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23" creationId="{765800AC-C3B9-498E-87BC-29FAE4C76B21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25" creationId="{1F9D6ACB-2FF4-49F9-978A-E0D5327FC63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5:03.231" v="473"/>
          <ac:spMkLst>
            <pc:docMk/>
            <pc:sldMk cId="4135013829" sldId="275"/>
            <ac:spMk id="27" creationId="{A5EC319D-0FEA-4B95-A3EA-01E35672C95B}"/>
          </ac:spMkLst>
        </pc:spChg>
        <pc:picChg chg="add mod">
          <ac:chgData name="CAIQUE FERNANDES" userId="S::caique.fernandes01@fatec.sp.gov.br::c99982d1-c7cb-4eeb-a7ff-ba5827dbbfea" providerId="AD" clId="Web-{DA315377-EF8B-1DE1-52DF-6BD148E2F6BA}" dt="2025-10-30T19:35:27.934" v="481" actId="1076"/>
          <ac:picMkLst>
            <pc:docMk/>
            <pc:sldMk cId="4135013829" sldId="275"/>
            <ac:picMk id="4" creationId="{D11C79ED-9623-7E10-D028-6D5D0515D425}"/>
          </ac:picMkLst>
        </pc:picChg>
      </pc:sldChg>
      <pc:sldChg chg="addSp modSp add mod ord replId modTransition setBg">
        <pc:chgData name="CAIQUE FERNANDES" userId="S::caique.fernandes01@fatec.sp.gov.br::c99982d1-c7cb-4eeb-a7ff-ba5827dbbfea" providerId="AD" clId="Web-{DA315377-EF8B-1DE1-52DF-6BD148E2F6BA}" dt="2025-10-30T19:46:11.995" v="590"/>
        <pc:sldMkLst>
          <pc:docMk/>
          <pc:sldMk cId="2688803897" sldId="276"/>
        </pc:sldMkLst>
        <pc:spChg chg="mo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2" creationId="{6E9A7428-B2BB-74BB-E6B0-5A73080E4261}"/>
          </ac:spMkLst>
        </pc:spChg>
        <pc:spChg chg="mod ord">
          <ac:chgData name="CAIQUE FERNANDES" userId="S::caique.fernandes01@fatec.sp.gov.br::c99982d1-c7cb-4eeb-a7ff-ba5827dbbfea" providerId="AD" clId="Web-{DA315377-EF8B-1DE1-52DF-6BD148E2F6BA}" dt="2025-10-30T19:37:15.959" v="493" actId="20577"/>
          <ac:spMkLst>
            <pc:docMk/>
            <pc:sldMk cId="2688803897" sldId="276"/>
            <ac:spMk id="3" creationId="{B98F1C32-8BDC-2817-3433-2211C167A58A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9" creationId="{A65AC7D1-EAA9-48F5-B509-60A7F50BF703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11" creationId="{D6320AF9-619A-4175-865B-5663E1AEF4C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17" creationId="{7E018740-5C2B-4A41-AC1A-7E68D1EC1954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19" creationId="{166F75A4-C475-4941-8EE2-B80A06A2C1B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21" creationId="{A032553A-72E8-4B0D-8405-FF9771C9AF0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23" creationId="{765800AC-C3B9-498E-87BC-29FAE4C76B21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25" creationId="{1F9D6ACB-2FF4-49F9-978A-E0D5327FC63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37:00.098" v="487"/>
          <ac:spMkLst>
            <pc:docMk/>
            <pc:sldMk cId="2688803897" sldId="276"/>
            <ac:spMk id="27" creationId="{A5EC319D-0FEA-4B95-A3EA-01E35672C95B}"/>
          </ac:spMkLst>
        </pc:spChg>
        <pc:picChg chg="add mod">
          <ac:chgData name="CAIQUE FERNANDES" userId="S::caique.fernandes01@fatec.sp.gov.br::c99982d1-c7cb-4eeb-a7ff-ba5827dbbfea" providerId="AD" clId="Web-{DA315377-EF8B-1DE1-52DF-6BD148E2F6BA}" dt="2025-10-30T19:46:11.995" v="590"/>
          <ac:picMkLst>
            <pc:docMk/>
            <pc:sldMk cId="2688803897" sldId="276"/>
            <ac:picMk id="4" creationId="{AC9F0579-A19D-08C7-D5D9-379C16341574}"/>
          </ac:picMkLst>
        </pc:picChg>
      </pc:sldChg>
      <pc:sldChg chg="addSp delSp modSp add mod ord replId modTransition setBg">
        <pc:chgData name="CAIQUE FERNANDES" userId="S::caique.fernandes01@fatec.sp.gov.br::c99982d1-c7cb-4eeb-a7ff-ba5827dbbfea" providerId="AD" clId="Web-{DA315377-EF8B-1DE1-52DF-6BD148E2F6BA}" dt="2025-10-30T19:42:23.070" v="560" actId="20577"/>
        <pc:sldMkLst>
          <pc:docMk/>
          <pc:sldMk cId="70172947" sldId="277"/>
        </pc:sldMkLst>
        <pc:spChg chg="mo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" creationId="{9AF1C27F-707B-32D9-9975-365B7BFD0131}"/>
          </ac:spMkLst>
        </pc:spChg>
        <pc:spChg chg="mod ord">
          <ac:chgData name="CAIQUE FERNANDES" userId="S::caique.fernandes01@fatec.sp.gov.br::c99982d1-c7cb-4eeb-a7ff-ba5827dbbfea" providerId="AD" clId="Web-{DA315377-EF8B-1DE1-52DF-6BD148E2F6BA}" dt="2025-10-30T19:42:23.070" v="560" actId="20577"/>
          <ac:spMkLst>
            <pc:docMk/>
            <pc:sldMk cId="70172947" sldId="277"/>
            <ac:spMk id="3" creationId="{D060F6A4-8F9C-8B44-3301-BD246AEB2CBA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13" creationId="{A65AC7D1-EAA9-48F5-B509-60A7F50BF703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15" creationId="{D6320AF9-619A-4175-865B-5663E1AEF4C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1" creationId="{7E018740-5C2B-4A41-AC1A-7E68D1EC1954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3" creationId="{166F75A4-C475-4941-8EE2-B80A06A2C1BB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5" creationId="{A032553A-72E8-4B0D-8405-FF9771C9AF0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7" creationId="{765800AC-C3B9-498E-87BC-29FAE4C76B21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29" creationId="{1F9D6ACB-2FF4-49F9-978A-E0D5327FC635}"/>
          </ac:spMkLst>
        </pc:spChg>
        <pc:spChg chg="add">
          <ac:chgData name="CAIQUE FERNANDES" userId="S::caique.fernandes01@fatec.sp.gov.br::c99982d1-c7cb-4eeb-a7ff-ba5827dbbfea" providerId="AD" clId="Web-{DA315377-EF8B-1DE1-52DF-6BD148E2F6BA}" dt="2025-10-30T19:40:26.534" v="515"/>
          <ac:spMkLst>
            <pc:docMk/>
            <pc:sldMk cId="70172947" sldId="277"/>
            <ac:spMk id="31" creationId="{A5EC319D-0FEA-4B95-A3EA-01E35672C95B}"/>
          </ac:spMkLst>
        </pc:spChg>
        <pc:picChg chg="add del mod">
          <ac:chgData name="CAIQUE FERNANDES" userId="S::caique.fernandes01@fatec.sp.gov.br::c99982d1-c7cb-4eeb-a7ff-ba5827dbbfea" providerId="AD" clId="Web-{DA315377-EF8B-1DE1-52DF-6BD148E2F6BA}" dt="2025-10-30T19:39:40.172" v="507"/>
          <ac:picMkLst>
            <pc:docMk/>
            <pc:sldMk cId="70172947" sldId="277"/>
            <ac:picMk id="4" creationId="{C384FFFE-E542-A408-C330-A395984DCE42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39:42.313" v="509"/>
          <ac:picMkLst>
            <pc:docMk/>
            <pc:sldMk cId="70172947" sldId="277"/>
            <ac:picMk id="5" creationId="{97AB5711-0BAB-6038-45B9-DB50170FD886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39:51.032" v="511"/>
          <ac:picMkLst>
            <pc:docMk/>
            <pc:sldMk cId="70172947" sldId="277"/>
            <ac:picMk id="6" creationId="{88A34A40-630B-4C0C-A9F1-4D6ED432501E}"/>
          </ac:picMkLst>
        </pc:picChg>
        <pc:picChg chg="add del mod">
          <ac:chgData name="CAIQUE FERNANDES" userId="S::caique.fernandes01@fatec.sp.gov.br::c99982d1-c7cb-4eeb-a7ff-ba5827dbbfea" providerId="AD" clId="Web-{DA315377-EF8B-1DE1-52DF-6BD148E2F6BA}" dt="2025-10-30T19:40:09.408" v="513"/>
          <ac:picMkLst>
            <pc:docMk/>
            <pc:sldMk cId="70172947" sldId="277"/>
            <ac:picMk id="7" creationId="{058E79BB-8864-0CBF-BD0B-50CD0A17C255}"/>
          </ac:picMkLst>
        </pc:picChg>
        <pc:picChg chg="add mod modCrop">
          <ac:chgData name="CAIQUE FERNANDES" userId="S::caique.fernandes01@fatec.sp.gov.br::c99982d1-c7cb-4eeb-a7ff-ba5827dbbfea" providerId="AD" clId="Web-{DA315377-EF8B-1DE1-52DF-6BD148E2F6BA}" dt="2025-10-30T19:40:47.035" v="523" actId="1076"/>
          <ac:picMkLst>
            <pc:docMk/>
            <pc:sldMk cId="70172947" sldId="277"/>
            <ac:picMk id="8" creationId="{EA1A799F-2B12-6800-CE1A-BF96EDE31B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12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8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36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80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0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1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32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30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84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05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651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3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19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851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98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233AD-107A-4AAD-ACDD-2EFE9F5BF943}" type="datetimeFigureOut">
              <a:rPr lang="pt-BR" smtClean="0"/>
              <a:t>30/10/2025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3D4030-6A7C-4D21-8EC7-D0A7682AC0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4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91869E9-A367-8590-A12E-EE9F7D5D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4421" y="3230970"/>
            <a:ext cx="6270171" cy="980758"/>
          </a:xfrm>
        </p:spPr>
        <p:txBody>
          <a:bodyPr>
            <a:normAutofit/>
          </a:bodyPr>
          <a:lstStyle/>
          <a:p>
            <a:pPr algn="ctr"/>
            <a:r>
              <a:rPr lang="pt-BR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Grupo: AERO MECS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8144051-9770-0B67-AA3D-5CE553417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0686" y="4211728"/>
            <a:ext cx="5000877" cy="438740"/>
          </a:xfrm>
        </p:spPr>
        <p:txBody>
          <a:bodyPr/>
          <a:lstStyle/>
          <a:p>
            <a:pPr algn="ctr"/>
            <a:r>
              <a:rPr lang="pt-B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TEMA: PLANADOR COM PROPULSÃO ELÁSTICA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020C9-4FBB-80BF-1F04-664A6D224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86" y="800100"/>
            <a:ext cx="5257800" cy="5257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D7421376-DB09-A402-01AB-EA02E6474B8C}"/>
              </a:ext>
            </a:extLst>
          </p:cNvPr>
          <p:cNvGrpSpPr/>
          <p:nvPr/>
        </p:nvGrpSpPr>
        <p:grpSpPr>
          <a:xfrm>
            <a:off x="4269338" y="523649"/>
            <a:ext cx="4598126" cy="1430382"/>
            <a:chOff x="0" y="84909"/>
            <a:chExt cx="6716507" cy="2071688"/>
          </a:xfrm>
        </p:grpSpPr>
        <p:pic>
          <p:nvPicPr>
            <p:cNvPr id="1026" name="Picture 2" descr="Fatec SJC">
              <a:extLst>
                <a:ext uri="{FF2B5EF4-FFF2-40B4-BE49-F238E27FC236}">
                  <a16:creationId xmlns:a16="http://schemas.microsoft.com/office/drawing/2014/main" id="{5985FA96-7C9E-0176-1CCB-C52625B52A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4909"/>
              <a:ext cx="38100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atec São Paulo">
              <a:extLst>
                <a:ext uri="{FF2B5EF4-FFF2-40B4-BE49-F238E27FC236}">
                  <a16:creationId xmlns:a16="http://schemas.microsoft.com/office/drawing/2014/main" id="{90EAA9AB-4DB3-232C-1297-57C9E995F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137" y="84909"/>
              <a:ext cx="2769370" cy="2071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ítulo 3">
            <a:extLst>
              <a:ext uri="{FF2B5EF4-FFF2-40B4-BE49-F238E27FC236}">
                <a16:creationId xmlns:a16="http://schemas.microsoft.com/office/drawing/2014/main" id="{6A4D174D-FE43-9320-DC48-0CD12F8E0DB5}"/>
              </a:ext>
            </a:extLst>
          </p:cNvPr>
          <p:cNvSpPr txBox="1">
            <a:spLocks/>
          </p:cNvSpPr>
          <p:nvPr/>
        </p:nvSpPr>
        <p:spPr>
          <a:xfrm>
            <a:off x="5419069" y="2781346"/>
            <a:ext cx="5000876" cy="980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3ª Sprint de API</a:t>
            </a:r>
          </a:p>
        </p:txBody>
      </p:sp>
    </p:spTree>
    <p:extLst>
      <p:ext uri="{BB962C8B-B14F-4D97-AF65-F5344CB8AC3E}">
        <p14:creationId xmlns:p14="http://schemas.microsoft.com/office/powerpoint/2010/main" val="2999728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A3464-1A00-29F3-404F-2729996A2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99" y="182880"/>
            <a:ext cx="7766936" cy="880916"/>
          </a:xfrm>
        </p:spPr>
        <p:txBody>
          <a:bodyPr/>
          <a:lstStyle/>
          <a:p>
            <a:pPr algn="l"/>
            <a:r>
              <a:rPr lang="pt-BR" dirty="0"/>
              <a:t>Integrantes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D865A5-C854-D458-03B6-AB437561958D}"/>
              </a:ext>
            </a:extLst>
          </p:cNvPr>
          <p:cNvSpPr/>
          <p:nvPr/>
        </p:nvSpPr>
        <p:spPr>
          <a:xfrm>
            <a:off x="14828" y="5232010"/>
            <a:ext cx="469643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 Cliente</a:t>
            </a:r>
            <a: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Nilo Castro</a:t>
            </a:r>
            <a:b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Professor M2</a:t>
            </a:r>
            <a:r>
              <a:rPr lang="pt-B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Joares Reis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247625-73E9-9BCF-EF20-895603B43131}"/>
              </a:ext>
            </a:extLst>
          </p:cNvPr>
          <p:cNvSpPr txBox="1"/>
          <p:nvPr/>
        </p:nvSpPr>
        <p:spPr>
          <a:xfrm>
            <a:off x="6495129" y="5021323"/>
            <a:ext cx="4696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Scrum Master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Ana Beatriz Carvalho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P.O.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Caíque Fernandes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Alan Douglas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Flávio Correia</a:t>
            </a:r>
            <a:b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18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</a:t>
            </a:r>
            <a:r>
              <a:rPr lang="pt-BR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3</a:t>
            </a:r>
            <a:r>
              <a:rPr lang="pt-B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Ryan Marques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94EB5A-2AD7-5C83-E3FD-836A80B6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650" y="913068"/>
            <a:ext cx="5494699" cy="41167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6568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E691-378D-63C7-5989-B1546E65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B5A38-9AA4-845C-CD59-FAC8ACD9D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799" y="182880"/>
            <a:ext cx="7766936" cy="880916"/>
          </a:xfrm>
        </p:spPr>
        <p:txBody>
          <a:bodyPr/>
          <a:lstStyle/>
          <a:p>
            <a:pPr algn="l"/>
            <a:r>
              <a:rPr lang="pt-BR" dirty="0"/>
              <a:t>Backlog - 3ª Sprint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7293AB-A88E-D483-11B9-83A778103849}"/>
              </a:ext>
            </a:extLst>
          </p:cNvPr>
          <p:cNvSpPr txBox="1"/>
          <p:nvPr/>
        </p:nvSpPr>
        <p:spPr>
          <a:xfrm>
            <a:off x="827799" y="1454110"/>
            <a:ext cx="7966841" cy="1952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pt-BR" sz="2000" b="1" dirty="0">
              <a:cs typeface="Calibri"/>
            </a:endParaRP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Ficha de fabricação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Fabricação e montagem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 dirty="0">
                <a:ea typeface="Calibri"/>
                <a:cs typeface="Arial"/>
              </a:rPr>
              <a:t>Análise de Riscos</a:t>
            </a:r>
          </a:p>
          <a:p>
            <a:pPr marL="342900" indent="-342900">
              <a:lnSpc>
                <a:spcPct val="107000"/>
              </a:lnSpc>
              <a:buAutoNum type="arabicPeriod"/>
            </a:pPr>
            <a:r>
              <a:rPr lang="pt-BR" sz="2400">
                <a:ea typeface="Calibri"/>
                <a:cs typeface="Arial"/>
              </a:rPr>
              <a:t>Documentação e previsão da última sprint</a:t>
            </a:r>
            <a:endParaRPr lang="pt-BR" sz="2400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7658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1F32E-988A-5FCB-A0AE-F09D01C3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 de fabricação</a:t>
            </a:r>
          </a:p>
        </p:txBody>
      </p:sp>
      <p:pic>
        <p:nvPicPr>
          <p:cNvPr id="8" name="Imagem 7" descr="Tabela&#10;&#10;O conteúdo gerado por IA pode estar incorreto.">
            <a:extLst>
              <a:ext uri="{FF2B5EF4-FFF2-40B4-BE49-F238E27FC236}">
                <a16:creationId xmlns:a16="http://schemas.microsoft.com/office/drawing/2014/main" id="{C000B2F7-8B4F-6F57-CBC2-7D651E4C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3" y="1426586"/>
            <a:ext cx="7267575" cy="4905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2657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8EB8D-175E-FDF1-03EA-A262083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Fabricação e montagem</a:t>
            </a:r>
          </a:p>
        </p:txBody>
      </p:sp>
      <p:pic>
        <p:nvPicPr>
          <p:cNvPr id="4" name="Imagem 3" descr="Uma imagem contendo no interior, mesa, de madeira, deitado&#10;&#10;O conteúdo gerado por IA pode estar incorreto.">
            <a:extLst>
              <a:ext uri="{FF2B5EF4-FFF2-40B4-BE49-F238E27FC236}">
                <a16:creationId xmlns:a16="http://schemas.microsoft.com/office/drawing/2014/main" id="{273F248F-9E29-356E-BE07-430BA5E6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9" t="8876" r="14912" b="3899"/>
          <a:stretch>
            <a:fillRect/>
          </a:stretch>
        </p:blipFill>
        <p:spPr>
          <a:xfrm>
            <a:off x="672877" y="1718323"/>
            <a:ext cx="7816088" cy="485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D710ED9-3A94-2BF0-9739-EB9E638CB431}"/>
              </a:ext>
            </a:extLst>
          </p:cNvPr>
          <p:cNvSpPr txBox="1"/>
          <p:nvPr/>
        </p:nvSpPr>
        <p:spPr>
          <a:xfrm>
            <a:off x="1223818" y="5218544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897D92-2B61-A8E6-D51D-F4B3C32F6BF9}"/>
              </a:ext>
            </a:extLst>
          </p:cNvPr>
          <p:cNvSpPr txBox="1"/>
          <p:nvPr/>
        </p:nvSpPr>
        <p:spPr>
          <a:xfrm>
            <a:off x="1223818" y="3994726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2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186083-7F8C-055A-A49E-ED6033F9BBA5}"/>
              </a:ext>
            </a:extLst>
          </p:cNvPr>
          <p:cNvSpPr txBox="1"/>
          <p:nvPr/>
        </p:nvSpPr>
        <p:spPr>
          <a:xfrm>
            <a:off x="1223818" y="2782453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3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940AE9-E622-FE73-3BF2-A09D8272E1D5}"/>
              </a:ext>
            </a:extLst>
          </p:cNvPr>
          <p:cNvSpPr txBox="1"/>
          <p:nvPr/>
        </p:nvSpPr>
        <p:spPr>
          <a:xfrm>
            <a:off x="6846455" y="2886362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4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12CD289-666C-44DA-7C8F-3FCA90A7DDDF}"/>
              </a:ext>
            </a:extLst>
          </p:cNvPr>
          <p:cNvSpPr txBox="1"/>
          <p:nvPr/>
        </p:nvSpPr>
        <p:spPr>
          <a:xfrm>
            <a:off x="8612909" y="1881909"/>
            <a:ext cx="330200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pt-BR" sz="2800" dirty="0"/>
              <a:t>Asa, com 40cm de envergadura</a:t>
            </a:r>
            <a:endParaRPr lang="pt-BR" sz="2800"/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Fuselagem de teste</a:t>
            </a:r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Fuselagem final</a:t>
            </a:r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Estabilizador horizontal</a:t>
            </a:r>
          </a:p>
        </p:txBody>
      </p:sp>
    </p:spTree>
    <p:extLst>
      <p:ext uri="{BB962C8B-B14F-4D97-AF65-F5344CB8AC3E}">
        <p14:creationId xmlns:p14="http://schemas.microsoft.com/office/powerpoint/2010/main" val="437693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D9D38-B60E-6D70-F31C-8B2FA9D0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DA67B-5213-7367-39F5-325AAD40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Fabricação e montagem</a:t>
            </a:r>
          </a:p>
        </p:txBody>
      </p:sp>
      <p:pic>
        <p:nvPicPr>
          <p:cNvPr id="3" name="Imagem 2" descr="Uma imagem contendo mesa, pequeno, relógio, azul&#10;&#10;O conteúdo gerado por IA pode estar incorreto.">
            <a:extLst>
              <a:ext uri="{FF2B5EF4-FFF2-40B4-BE49-F238E27FC236}">
                <a16:creationId xmlns:a16="http://schemas.microsoft.com/office/drawing/2014/main" id="{0E31148D-E8FA-D7C8-17B8-EB6E024EE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69" r="346" b="13840"/>
          <a:stretch>
            <a:fillRect/>
          </a:stretch>
        </p:blipFill>
        <p:spPr>
          <a:xfrm>
            <a:off x="678030" y="1618795"/>
            <a:ext cx="3844278" cy="47725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EEDB4FF-8FEA-A122-B21E-ABB5D0D5B3E8}"/>
              </a:ext>
            </a:extLst>
          </p:cNvPr>
          <p:cNvSpPr txBox="1"/>
          <p:nvPr/>
        </p:nvSpPr>
        <p:spPr>
          <a:xfrm>
            <a:off x="1039091" y="5749635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56517D-1FC8-945F-EAE7-3CB0486CEC32}"/>
              </a:ext>
            </a:extLst>
          </p:cNvPr>
          <p:cNvSpPr txBox="1"/>
          <p:nvPr/>
        </p:nvSpPr>
        <p:spPr>
          <a:xfrm>
            <a:off x="2193636" y="5749635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FB2488-68B2-FCA0-7FC6-887ED8EDBD94}"/>
              </a:ext>
            </a:extLst>
          </p:cNvPr>
          <p:cNvSpPr txBox="1"/>
          <p:nvPr/>
        </p:nvSpPr>
        <p:spPr>
          <a:xfrm>
            <a:off x="3047999" y="4606635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615CA0-95FC-AA91-3137-C434DD7EE4BA}"/>
              </a:ext>
            </a:extLst>
          </p:cNvPr>
          <p:cNvSpPr txBox="1"/>
          <p:nvPr/>
        </p:nvSpPr>
        <p:spPr>
          <a:xfrm>
            <a:off x="3879271" y="2008907"/>
            <a:ext cx="399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ADB633C-418C-F951-FFD2-707C497B9969}"/>
              </a:ext>
            </a:extLst>
          </p:cNvPr>
          <p:cNvSpPr txBox="1"/>
          <p:nvPr/>
        </p:nvSpPr>
        <p:spPr>
          <a:xfrm>
            <a:off x="4976091" y="1928090"/>
            <a:ext cx="497609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pt-BR" sz="2800" dirty="0"/>
              <a:t>Hélices</a:t>
            </a:r>
            <a:endParaRPr lang="pt-BR" sz="3200" dirty="0"/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Sistema de conexão da hélice ao planador</a:t>
            </a:r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Suporte das hélices ao sistema de conexão</a:t>
            </a:r>
          </a:p>
          <a:p>
            <a:pPr marL="342900" indent="-342900">
              <a:buAutoNum type="arabicPeriod"/>
            </a:pPr>
            <a:endParaRPr lang="pt-BR" sz="2800" dirty="0"/>
          </a:p>
          <a:p>
            <a:pPr marL="342900" indent="-342900">
              <a:buAutoNum type="arabicPeriod"/>
            </a:pPr>
            <a:r>
              <a:rPr lang="pt-BR" sz="2800" dirty="0"/>
              <a:t>Garrote/Elástico</a:t>
            </a:r>
          </a:p>
        </p:txBody>
      </p:sp>
    </p:spTree>
    <p:extLst>
      <p:ext uri="{BB962C8B-B14F-4D97-AF65-F5344CB8AC3E}">
        <p14:creationId xmlns:p14="http://schemas.microsoft.com/office/powerpoint/2010/main" val="2902096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7 principais ferramentas para análise e gerenciamento de risco">
            <a:extLst>
              <a:ext uri="{FF2B5EF4-FFF2-40B4-BE49-F238E27FC236}">
                <a16:creationId xmlns:a16="http://schemas.microsoft.com/office/drawing/2014/main" id="{4ADC5C53-BD9C-1121-7686-00603625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83" r="33482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6F0B4BF-CB1F-A860-6B15-7400A72E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t-BR" dirty="0"/>
              <a:t>Análise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CD5D7-E9BE-AFB8-D411-1E29C1A20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dirty="0"/>
              <a:t>Riscos estruturais</a:t>
            </a:r>
          </a:p>
          <a:p>
            <a:r>
              <a:rPr lang="pt-BR" dirty="0"/>
              <a:t>Riscos de propulsão</a:t>
            </a:r>
          </a:p>
          <a:p>
            <a:r>
              <a:rPr lang="pt-BR" dirty="0"/>
              <a:t>Riscos aerodinâmicos</a:t>
            </a:r>
          </a:p>
          <a:p>
            <a:r>
              <a:rPr lang="pt-BR" dirty="0"/>
              <a:t>Riscos operacionais</a:t>
            </a:r>
          </a:p>
          <a:p>
            <a:r>
              <a:rPr lang="pt-BR" dirty="0"/>
              <a:t>Riscos humanos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5611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46DB1-93ED-9C22-8C15-74AD9C90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2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6BE8B4-ADE3-9572-A476-E1247DF4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Análise de riscos – Riscos estruturais</a:t>
            </a:r>
          </a:p>
        </p:txBody>
      </p:sp>
      <p:pic>
        <p:nvPicPr>
          <p:cNvPr id="6" name="Imagem 5" descr="Como fazer um planador de isopor ? Muito fácil. – ToyWing Aeromodelismo e  Automodelismo">
            <a:extLst>
              <a:ext uri="{FF2B5EF4-FFF2-40B4-BE49-F238E27FC236}">
                <a16:creationId xmlns:a16="http://schemas.microsoft.com/office/drawing/2014/main" id="{BB8D485B-0B36-41A5-B16C-6C45B8F8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51" y="2178944"/>
            <a:ext cx="5230683" cy="27737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8DA670-2B9A-64A3-ED68-C5FAF300D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>
                <a:solidFill>
                  <a:srgbClr val="FFFFFF"/>
                </a:solidFill>
                <a:ea typeface="+mn-lt"/>
                <a:cs typeface="+mn-lt"/>
              </a:rPr>
              <a:t>Ruptura da estrutura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 devido à tensão </a:t>
            </a:r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excessiva durante o lançamento.</a:t>
            </a:r>
          </a:p>
          <a:p>
            <a:r>
              <a:rPr lang="pt-BR" b="1">
                <a:solidFill>
                  <a:srgbClr val="FFFFFF"/>
                </a:solidFill>
                <a:ea typeface="+mn-lt"/>
                <a:cs typeface="+mn-lt"/>
              </a:rPr>
              <a:t>Deformações permanentes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 por uso de materiais inadequados.</a:t>
            </a:r>
            <a:endParaRPr lang="pt-BR">
              <a:solidFill>
                <a:srgbClr val="FFFFFF"/>
              </a:solidFill>
            </a:endParaRP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53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48ADE-89BA-90ED-8231-CC641688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9C5B0F-2655-7D0E-D85D-37B2FFFA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Análise de riscos – Riscos de propulsão</a:t>
            </a:r>
          </a:p>
        </p:txBody>
      </p:sp>
      <p:pic>
        <p:nvPicPr>
          <p:cNvPr id="5" name="Imagem 4" descr="Uma imagem contendo no interior, mesa, comida, grande&#10;&#10;O conteúdo gerado por IA pode estar incorreto.">
            <a:extLst>
              <a:ext uri="{FF2B5EF4-FFF2-40B4-BE49-F238E27FC236}">
                <a16:creationId xmlns:a16="http://schemas.microsoft.com/office/drawing/2014/main" id="{44E24070-B2CA-D18B-D9D2-82629C4F8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60" y="1961551"/>
            <a:ext cx="5334592" cy="29314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068812-EC0D-1B7B-14A6-36080FD27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 dirty="0">
                <a:solidFill>
                  <a:srgbClr val="FFFFFF"/>
                </a:solidFill>
                <a:ea typeface="+mn-lt"/>
                <a:cs typeface="+mn-lt"/>
              </a:rPr>
              <a:t>Falha no sistema elástico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 por fadiga </a:t>
            </a:r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ou desgaste.</a:t>
            </a:r>
          </a:p>
          <a:p>
            <a:r>
              <a:rPr lang="pt-BR" b="1">
                <a:solidFill>
                  <a:srgbClr val="FFFFFF"/>
                </a:solidFill>
                <a:ea typeface="+mn-lt"/>
                <a:cs typeface="+mn-lt"/>
              </a:rPr>
              <a:t>Desbalanceamento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 que pode causar trajetória instável.</a:t>
            </a:r>
            <a:endParaRPr lang="pt-BR">
              <a:solidFill>
                <a:srgbClr val="FFFFFF"/>
              </a:solidFill>
            </a:endParaRP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182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B685F-2C9C-FC46-FB85-E4218D10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FCF52-AE3E-F66B-E2A4-80BFB8D4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Análise de riscos – Riscos aerodinâmicos</a:t>
            </a:r>
          </a:p>
        </p:txBody>
      </p:sp>
      <p:pic>
        <p:nvPicPr>
          <p:cNvPr id="4" name="Imagem 3" descr="História da Aerodinâmica">
            <a:extLst>
              <a:ext uri="{FF2B5EF4-FFF2-40B4-BE49-F238E27FC236}">
                <a16:creationId xmlns:a16="http://schemas.microsoft.com/office/drawing/2014/main" id="{D11C79ED-9623-7E10-D028-6D5D0515D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51" y="2216564"/>
            <a:ext cx="4965137" cy="27433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62135-6917-9469-C5AA-88799E424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 dirty="0">
                <a:solidFill>
                  <a:srgbClr val="FFFFFF"/>
                </a:solidFill>
                <a:ea typeface="+mn-lt"/>
                <a:cs typeface="+mn-lt"/>
              </a:rPr>
              <a:t>Projeto inadequado das asas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 que pode gerar baixa sustentação ou </a:t>
            </a:r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instabilidade.</a:t>
            </a:r>
          </a:p>
          <a:p>
            <a:r>
              <a:rPr lang="pt-BR" b="1" dirty="0">
                <a:solidFill>
                  <a:srgbClr val="FFFFFF"/>
                </a:solidFill>
                <a:ea typeface="+mn-lt"/>
                <a:cs typeface="+mn-lt"/>
              </a:rPr>
              <a:t>Centro de gravidade mal posicionado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, afetando o voo.</a:t>
            </a:r>
            <a:endParaRPr lang="pt-BR">
              <a:solidFill>
                <a:srgbClr val="FFFFFF"/>
              </a:solidFill>
            </a:endParaRP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13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8B4AB-8629-55AB-7AC9-691CB494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9A7428-B2BB-74BB-E6B0-5A73080E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Análise de riscos – Riscos operacionais</a:t>
            </a:r>
          </a:p>
        </p:txBody>
      </p:sp>
      <p:pic>
        <p:nvPicPr>
          <p:cNvPr id="4" name="Imagem 3" descr="Instituto Embraer promove campeonato de miniplanadores entre alunos de  escolas públicas">
            <a:extLst>
              <a:ext uri="{FF2B5EF4-FFF2-40B4-BE49-F238E27FC236}">
                <a16:creationId xmlns:a16="http://schemas.microsoft.com/office/drawing/2014/main" id="{AC9F0579-A19D-08C7-D5D9-379C16341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78" y="1753235"/>
            <a:ext cx="4918955" cy="33596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8F1C32-8BDC-2817-3433-2211C167A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 dirty="0">
                <a:solidFill>
                  <a:srgbClr val="FFFFFF"/>
                </a:solidFill>
                <a:ea typeface="+mn-lt"/>
                <a:cs typeface="+mn-lt"/>
              </a:rPr>
              <a:t>Lançamento incorreto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 que pode causar acidentes ou danos ao planador.</a:t>
            </a:r>
          </a:p>
          <a:p>
            <a:r>
              <a:rPr lang="pt-BR" b="1" dirty="0">
                <a:solidFill>
                  <a:srgbClr val="FFFFFF"/>
                </a:solidFill>
                <a:ea typeface="+mn-lt"/>
                <a:cs typeface="+mn-lt"/>
              </a:rPr>
              <a:t>Ambiente de teste inadequado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, como vento forte ou obstáculos.</a:t>
            </a:r>
            <a:endParaRPr lang="pt-BR">
              <a:solidFill>
                <a:srgbClr val="FFFFFF"/>
              </a:solidFill>
            </a:endParaRP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803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F2C61-4920-F3A1-6770-9BE99E06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F1C27F-707B-32D9-9975-365B7BFD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Análise de riscos – Riscos humanos</a:t>
            </a:r>
          </a:p>
        </p:txBody>
      </p:sp>
      <p:pic>
        <p:nvPicPr>
          <p:cNvPr id="8" name="Imagem 7" descr="Homem com chapéu vermelho&#10;&#10;O conteúdo gerado por IA pode estar incorreto.">
            <a:extLst>
              <a:ext uri="{FF2B5EF4-FFF2-40B4-BE49-F238E27FC236}">
                <a16:creationId xmlns:a16="http://schemas.microsoft.com/office/drawing/2014/main" id="{EA1A799F-2B12-6800-CE1A-BF96EDE3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3" t="2232" r="-599" b="2232"/>
          <a:stretch>
            <a:fillRect/>
          </a:stretch>
        </p:blipFill>
        <p:spPr>
          <a:xfrm>
            <a:off x="584069" y="1962067"/>
            <a:ext cx="4410940" cy="298822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60F6A4-8F9C-8B44-3301-BD246AEB2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>
                <a:solidFill>
                  <a:srgbClr val="FFFFFF"/>
                </a:solidFill>
                <a:ea typeface="+mn-lt"/>
                <a:cs typeface="+mn-lt"/>
              </a:rPr>
              <a:t>Lesões durante o manuseio, fabricação e montagem ou lançamento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r>
              <a:rPr lang="pt-BR" b="1">
                <a:solidFill>
                  <a:srgbClr val="FFFFFF"/>
                </a:solidFill>
                <a:ea typeface="+mn-lt"/>
                <a:cs typeface="+mn-lt"/>
              </a:rPr>
              <a:t>Falta de EPIs</a:t>
            </a:r>
            <a:r>
              <a:rPr lang="pt-BR">
                <a:solidFill>
                  <a:srgbClr val="FFFFFF"/>
                </a:solidFill>
                <a:ea typeface="+mn-lt"/>
                <a:cs typeface="+mn-lt"/>
              </a:rPr>
              <a:t> (óculos de proteção, luvas, etc.).</a:t>
            </a:r>
            <a:endParaRPr lang="pt-BR">
              <a:solidFill>
                <a:srgbClr val="FFFFFF"/>
              </a:solidFill>
            </a:endParaRPr>
          </a:p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72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A66D-B517-DA71-ACAA-20569D12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55925-185E-8165-B262-DBC54A93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da Documentação</a:t>
            </a:r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A05403C1-3D3E-93B9-4D23-7222A763B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460356"/>
            <a:ext cx="1042035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7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3CDB0-D13C-53D4-2341-6BDFF804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Elaboração da Documentação</a:t>
            </a:r>
          </a:p>
        </p:txBody>
      </p:sp>
      <p:pic>
        <p:nvPicPr>
          <p:cNvPr id="3" name="Imagem 2" descr="Linha do tempo&#10;&#10;O conteúdo gerado por IA pode estar incorreto.">
            <a:extLst>
              <a:ext uri="{FF2B5EF4-FFF2-40B4-BE49-F238E27FC236}">
                <a16:creationId xmlns:a16="http://schemas.microsoft.com/office/drawing/2014/main" id="{FEBF7496-4B27-537A-C560-23FD2D85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04" y="1441033"/>
            <a:ext cx="10202278" cy="523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689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801A3-F354-A96E-3296-DA13C286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 da apresentação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A5F1DF3-14D8-AC99-B21E-EBEBA9D988E3}"/>
              </a:ext>
            </a:extLst>
          </p:cNvPr>
          <p:cNvSpPr/>
          <p:nvPr/>
        </p:nvSpPr>
        <p:spPr>
          <a:xfrm>
            <a:off x="3568708" y="2967335"/>
            <a:ext cx="50545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355092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Facetad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05977A55693348A8D9AB3F2F806DF6" ma:contentTypeVersion="3" ma:contentTypeDescription="Crie um novo documento." ma:contentTypeScope="" ma:versionID="e592dea2045b759007d9ec3f2261fea8">
  <xsd:schema xmlns:xsd="http://www.w3.org/2001/XMLSchema" xmlns:xs="http://www.w3.org/2001/XMLSchema" xmlns:p="http://schemas.microsoft.com/office/2006/metadata/properties" xmlns:ns2="2724c3bd-c015-4f5f-98f8-c3d5bbdd114f" targetNamespace="http://schemas.microsoft.com/office/2006/metadata/properties" ma:root="true" ma:fieldsID="98a4e372ba4b727cb4a542a276d7e86c" ns2:_="">
    <xsd:import namespace="2724c3bd-c015-4f5f-98f8-c3d5bbdd11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4c3bd-c015-4f5f-98f8-c3d5bbdd11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F21CBD-3F7A-4A9B-B649-EF1C6AFEBF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17489C-4F23-4FA4-978B-00FEC6CA7A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A8AF213-78FE-4C53-8847-C9B3816AD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24c3bd-c015-4f5f-98f8-c3d5bbdd11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</TotalTime>
  <Words>267</Words>
  <Application>Microsoft Office PowerPoint</Application>
  <PresentationFormat>Widescreen</PresentationFormat>
  <Paragraphs>73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Facetado</vt:lpstr>
      <vt:lpstr>Grupo: AERO MECS</vt:lpstr>
      <vt:lpstr>Integrantes</vt:lpstr>
      <vt:lpstr>Backlog - 3ª Sprint</vt:lpstr>
      <vt:lpstr>Ficha de fabricação</vt:lpstr>
      <vt:lpstr>Fabricação e montagem</vt:lpstr>
      <vt:lpstr>Fabricação e montagem</vt:lpstr>
      <vt:lpstr>Análise de riscos</vt:lpstr>
      <vt:lpstr>Análise de riscos – Riscos estruturais</vt:lpstr>
      <vt:lpstr>Análise de riscos – Riscos de propulsão</vt:lpstr>
      <vt:lpstr>Análise de riscos – Riscos aerodinâmicos</vt:lpstr>
      <vt:lpstr>Análise de riscos – Riscos operacionais</vt:lpstr>
      <vt:lpstr>Análise de riscos – Riscos humanos</vt:lpstr>
      <vt:lpstr>Elaboração da Documentação</vt:lpstr>
      <vt:lpstr>Elaboração da Documentação</vt:lpstr>
      <vt:lpstr>Fim da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Grupo: AERO MECS</dc:title>
  <dc:creator>Caíque Fernandes</dc:creator>
  <cp:lastModifiedBy>CAIQUE FERNANDES</cp:lastModifiedBy>
  <cp:revision>308</cp:revision>
  <dcterms:created xsi:type="dcterms:W3CDTF">2025-09-14T20:14:16Z</dcterms:created>
  <dcterms:modified xsi:type="dcterms:W3CDTF">2025-10-30T19:46:18Z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0x0101008505977A55693348A8D9AB3F2F806DF6</vt:lpwstr>
  </property>
</Properties>
</file>