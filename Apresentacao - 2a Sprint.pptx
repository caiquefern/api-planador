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8" r:id="rId8"/>
    <p:sldId id="269" r:id="rId9"/>
    <p:sldId id="270" r:id="rId10"/>
    <p:sldId id="271" r:id="rId11"/>
    <p:sldId id="273" r:id="rId12"/>
    <p:sldId id="274" r:id="rId13"/>
    <p:sldId id="272" r:id="rId14"/>
    <p:sldId id="266" r:id="rId15"/>
    <p:sldId id="26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4ACF9-DBDC-130C-A263-C69464A9652A}" v="15" dt="2025-10-09T17:40:56.909"/>
    <p1510:client id="{4642EA26-496E-D566-AA06-C85576CED2B4}" v="34" dt="2025-10-09T17:49:32.113"/>
    <p1510:client id="{7567BCD5-21A0-1F1F-75AE-304798C2C6C8}" v="13" dt="2025-10-09T17:47:42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C64F0F-6960-4C63-AA17-9AF8FAC3EF2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PT"/>
        </a:p>
      </dgm:t>
    </dgm:pt>
    <dgm:pt modelId="{F1B7B603-5A26-44C4-B635-B94C763E3E35}">
      <dgm:prSet phldrT="[Texto]"/>
      <dgm:spPr/>
      <dgm:t>
        <a:bodyPr/>
        <a:lstStyle/>
        <a:p>
          <a:r>
            <a:rPr lang="pt-PT" dirty="0" smtClean="0"/>
            <a:t>Planador</a:t>
          </a:r>
          <a:endParaRPr lang="pt-PT" dirty="0"/>
        </a:p>
      </dgm:t>
    </dgm:pt>
    <dgm:pt modelId="{95298254-9E5B-4367-9175-E8372356895E}" type="parTrans" cxnId="{EF375760-35D5-44A4-A180-4B481093D2A1}">
      <dgm:prSet/>
      <dgm:spPr/>
      <dgm:t>
        <a:bodyPr/>
        <a:lstStyle/>
        <a:p>
          <a:endParaRPr lang="pt-PT"/>
        </a:p>
      </dgm:t>
    </dgm:pt>
    <dgm:pt modelId="{F3865728-4D0D-4157-ABF7-5FBB185A2253}" type="sibTrans" cxnId="{EF375760-35D5-44A4-A180-4B481093D2A1}">
      <dgm:prSet/>
      <dgm:spPr/>
      <dgm:t>
        <a:bodyPr/>
        <a:lstStyle/>
        <a:p>
          <a:endParaRPr lang="pt-PT"/>
        </a:p>
      </dgm:t>
    </dgm:pt>
    <dgm:pt modelId="{2C163B33-AD11-4948-AF0F-334B37A2C520}">
      <dgm:prSet phldrT="[Texto]"/>
      <dgm:spPr/>
      <dgm:t>
        <a:bodyPr/>
        <a:lstStyle/>
        <a:p>
          <a:r>
            <a:rPr lang="pt-PT" dirty="0" smtClean="0"/>
            <a:t>Fuselagem</a:t>
          </a:r>
          <a:endParaRPr lang="pt-PT" dirty="0"/>
        </a:p>
      </dgm:t>
    </dgm:pt>
    <dgm:pt modelId="{CBAD77A4-4EC7-445A-B264-A1338046EB7E}" type="parTrans" cxnId="{8C435569-70AC-49AE-9583-5C81CEE6F5B1}">
      <dgm:prSet/>
      <dgm:spPr/>
      <dgm:t>
        <a:bodyPr/>
        <a:lstStyle/>
        <a:p>
          <a:endParaRPr lang="pt-PT"/>
        </a:p>
      </dgm:t>
    </dgm:pt>
    <dgm:pt modelId="{653B15DC-D21F-4AFE-B71C-489E5619D451}" type="sibTrans" cxnId="{8C435569-70AC-49AE-9583-5C81CEE6F5B1}">
      <dgm:prSet/>
      <dgm:spPr/>
      <dgm:t>
        <a:bodyPr/>
        <a:lstStyle/>
        <a:p>
          <a:endParaRPr lang="pt-PT"/>
        </a:p>
      </dgm:t>
    </dgm:pt>
    <dgm:pt modelId="{FCC29B76-5AAE-4F95-BAFE-39200618162A}">
      <dgm:prSet phldrT="[Texto]"/>
      <dgm:spPr/>
      <dgm:t>
        <a:bodyPr/>
        <a:lstStyle/>
        <a:p>
          <a:r>
            <a:rPr lang="pt-PT" dirty="0" smtClean="0"/>
            <a:t>Propulsão Elástica</a:t>
          </a:r>
          <a:endParaRPr lang="pt-PT" dirty="0"/>
        </a:p>
      </dgm:t>
    </dgm:pt>
    <dgm:pt modelId="{77BFF6BA-381B-4664-9B99-4F2B2EC8BF58}" type="parTrans" cxnId="{8B818E1C-D5A8-4D86-8AE8-78E6A4E63497}">
      <dgm:prSet/>
      <dgm:spPr/>
      <dgm:t>
        <a:bodyPr/>
        <a:lstStyle/>
        <a:p>
          <a:endParaRPr lang="pt-PT"/>
        </a:p>
      </dgm:t>
    </dgm:pt>
    <dgm:pt modelId="{1470196B-95C0-40D7-97CC-9CF860E1F737}" type="sibTrans" cxnId="{8B818E1C-D5A8-4D86-8AE8-78E6A4E63497}">
      <dgm:prSet/>
      <dgm:spPr/>
      <dgm:t>
        <a:bodyPr/>
        <a:lstStyle/>
        <a:p>
          <a:endParaRPr lang="pt-PT"/>
        </a:p>
      </dgm:t>
    </dgm:pt>
    <dgm:pt modelId="{98464FD3-645D-4551-8729-F7D692976332}">
      <dgm:prSet phldrT="[Texto]"/>
      <dgm:spPr/>
      <dgm:t>
        <a:bodyPr/>
        <a:lstStyle/>
        <a:p>
          <a:r>
            <a:rPr lang="pt-PT" dirty="0" smtClean="0"/>
            <a:t>Estabilizadores</a:t>
          </a:r>
          <a:endParaRPr lang="pt-PT" dirty="0"/>
        </a:p>
      </dgm:t>
    </dgm:pt>
    <dgm:pt modelId="{8E7A63A3-6EA1-40DC-A336-155D5C9ABEAA}" type="parTrans" cxnId="{54A9DAA9-A2F6-454C-894F-43B5E67AAF38}">
      <dgm:prSet/>
      <dgm:spPr/>
      <dgm:t>
        <a:bodyPr/>
        <a:lstStyle/>
        <a:p>
          <a:endParaRPr lang="pt-PT"/>
        </a:p>
      </dgm:t>
    </dgm:pt>
    <dgm:pt modelId="{F874714E-07D4-4508-A2AA-342EF85B3781}" type="sibTrans" cxnId="{54A9DAA9-A2F6-454C-894F-43B5E67AAF38}">
      <dgm:prSet/>
      <dgm:spPr/>
      <dgm:t>
        <a:bodyPr/>
        <a:lstStyle/>
        <a:p>
          <a:endParaRPr lang="pt-PT"/>
        </a:p>
      </dgm:t>
    </dgm:pt>
    <dgm:pt modelId="{FB19B522-D925-4824-9FEC-6BA12B930C56}">
      <dgm:prSet phldrT="[Texto]"/>
      <dgm:spPr/>
      <dgm:t>
        <a:bodyPr/>
        <a:lstStyle/>
        <a:p>
          <a:r>
            <a:rPr lang="pt-PT" dirty="0" smtClean="0"/>
            <a:t>Asa</a:t>
          </a:r>
          <a:endParaRPr lang="pt-PT" dirty="0"/>
        </a:p>
      </dgm:t>
    </dgm:pt>
    <dgm:pt modelId="{18998FFA-6083-4BE4-A0B2-504AC4866ADB}" type="parTrans" cxnId="{BD7C9E2B-05BF-43C2-9A79-DEF4EF947F33}">
      <dgm:prSet/>
      <dgm:spPr/>
      <dgm:t>
        <a:bodyPr/>
        <a:lstStyle/>
        <a:p>
          <a:endParaRPr lang="pt-PT"/>
        </a:p>
      </dgm:t>
    </dgm:pt>
    <dgm:pt modelId="{EE8FF1A6-195D-492A-BC58-540105ABFE01}" type="sibTrans" cxnId="{BD7C9E2B-05BF-43C2-9A79-DEF4EF947F33}">
      <dgm:prSet/>
      <dgm:spPr/>
      <dgm:t>
        <a:bodyPr/>
        <a:lstStyle/>
        <a:p>
          <a:endParaRPr lang="pt-PT"/>
        </a:p>
      </dgm:t>
    </dgm:pt>
    <dgm:pt modelId="{CE9C06BE-7A3A-4FF1-BDD6-34DE5E1556CD}">
      <dgm:prSet phldrT="[Texto]"/>
      <dgm:spPr/>
      <dgm:t>
        <a:bodyPr/>
        <a:lstStyle/>
        <a:p>
          <a:r>
            <a:rPr lang="pt-PT" dirty="0" smtClean="0"/>
            <a:t>Estrutura</a:t>
          </a:r>
          <a:endParaRPr lang="pt-PT" dirty="0"/>
        </a:p>
      </dgm:t>
    </dgm:pt>
    <dgm:pt modelId="{861D0FDC-F642-4582-9A8D-8ECD1B09A9ED}" type="parTrans" cxnId="{D9138EB3-830F-4D8C-A66F-FED55052A6BA}">
      <dgm:prSet/>
      <dgm:spPr/>
      <dgm:t>
        <a:bodyPr/>
        <a:lstStyle/>
        <a:p>
          <a:endParaRPr lang="pt-PT"/>
        </a:p>
      </dgm:t>
    </dgm:pt>
    <dgm:pt modelId="{23CFE506-25B9-4DEF-961E-C5ACD3711B30}" type="sibTrans" cxnId="{D9138EB3-830F-4D8C-A66F-FED55052A6BA}">
      <dgm:prSet/>
      <dgm:spPr/>
      <dgm:t>
        <a:bodyPr/>
        <a:lstStyle/>
        <a:p>
          <a:endParaRPr lang="pt-PT"/>
        </a:p>
      </dgm:t>
    </dgm:pt>
    <dgm:pt modelId="{E0F58A7A-98AC-4292-A546-43D125976621}">
      <dgm:prSet/>
      <dgm:spPr/>
      <dgm:t>
        <a:bodyPr/>
        <a:lstStyle/>
        <a:p>
          <a:r>
            <a:rPr lang="pt-PT" dirty="0" smtClean="0"/>
            <a:t>Revestimento</a:t>
          </a:r>
          <a:endParaRPr lang="pt-PT" dirty="0"/>
        </a:p>
      </dgm:t>
    </dgm:pt>
    <dgm:pt modelId="{B87E6E51-D47E-4E64-A648-A86C6203D4B0}" type="parTrans" cxnId="{77965451-BB85-49E5-BEE1-F09B3C5FBCA5}">
      <dgm:prSet/>
      <dgm:spPr/>
      <dgm:t>
        <a:bodyPr/>
        <a:lstStyle/>
        <a:p>
          <a:endParaRPr lang="pt-PT"/>
        </a:p>
      </dgm:t>
    </dgm:pt>
    <dgm:pt modelId="{10E64397-E414-4854-A514-F6E2C4F5FE1B}" type="sibTrans" cxnId="{77965451-BB85-49E5-BEE1-F09B3C5FBCA5}">
      <dgm:prSet/>
      <dgm:spPr/>
      <dgm:t>
        <a:bodyPr/>
        <a:lstStyle/>
        <a:p>
          <a:endParaRPr lang="pt-PT"/>
        </a:p>
      </dgm:t>
    </dgm:pt>
    <dgm:pt modelId="{C28F97A7-3389-42F8-AE99-F1E864CA3310}">
      <dgm:prSet/>
      <dgm:spPr/>
      <dgm:t>
        <a:bodyPr/>
        <a:lstStyle/>
        <a:p>
          <a:r>
            <a:rPr lang="pt-PT" dirty="0" smtClean="0"/>
            <a:t>Mecanismo Elástico</a:t>
          </a:r>
          <a:endParaRPr lang="pt-PT" dirty="0"/>
        </a:p>
      </dgm:t>
    </dgm:pt>
    <dgm:pt modelId="{DAD3176F-B20D-47E3-B0AF-0F4B0C14C74F}" type="parTrans" cxnId="{B37571E2-C55D-4D55-9A31-9B7EF6D65391}">
      <dgm:prSet/>
      <dgm:spPr/>
      <dgm:t>
        <a:bodyPr/>
        <a:lstStyle/>
        <a:p>
          <a:endParaRPr lang="pt-PT"/>
        </a:p>
      </dgm:t>
    </dgm:pt>
    <dgm:pt modelId="{6BBBDCF2-961C-4EFF-BBEE-FDD93462EA5A}" type="sibTrans" cxnId="{B37571E2-C55D-4D55-9A31-9B7EF6D65391}">
      <dgm:prSet/>
      <dgm:spPr/>
      <dgm:t>
        <a:bodyPr/>
        <a:lstStyle/>
        <a:p>
          <a:endParaRPr lang="pt-PT"/>
        </a:p>
      </dgm:t>
    </dgm:pt>
    <dgm:pt modelId="{15781C7B-C4E5-4BA7-9785-BDA6867A9317}">
      <dgm:prSet/>
      <dgm:spPr/>
      <dgm:t>
        <a:bodyPr/>
        <a:lstStyle/>
        <a:p>
          <a:r>
            <a:rPr lang="pt-PT" dirty="0" smtClean="0"/>
            <a:t>Hélice</a:t>
          </a:r>
          <a:endParaRPr lang="pt-PT" dirty="0"/>
        </a:p>
      </dgm:t>
    </dgm:pt>
    <dgm:pt modelId="{AF2E8881-446A-4C82-B7A7-266599E8C7ED}" type="parTrans" cxnId="{A673308B-8116-4253-B514-0D148060BDB8}">
      <dgm:prSet/>
      <dgm:spPr/>
      <dgm:t>
        <a:bodyPr/>
        <a:lstStyle/>
        <a:p>
          <a:endParaRPr lang="pt-PT"/>
        </a:p>
      </dgm:t>
    </dgm:pt>
    <dgm:pt modelId="{D9AA24A8-5DB7-4F07-95B5-03D2FF4FF05F}" type="sibTrans" cxnId="{A673308B-8116-4253-B514-0D148060BDB8}">
      <dgm:prSet/>
      <dgm:spPr/>
      <dgm:t>
        <a:bodyPr/>
        <a:lstStyle/>
        <a:p>
          <a:endParaRPr lang="pt-PT"/>
        </a:p>
      </dgm:t>
    </dgm:pt>
    <dgm:pt modelId="{14EC62DB-6D74-45A8-8B2F-9AEF76A3E5EA}">
      <dgm:prSet/>
      <dgm:spPr/>
      <dgm:t>
        <a:bodyPr/>
        <a:lstStyle/>
        <a:p>
          <a:r>
            <a:rPr lang="pt-PT" dirty="0" smtClean="0"/>
            <a:t>Estabilizador Vertical</a:t>
          </a:r>
          <a:endParaRPr lang="pt-PT" dirty="0"/>
        </a:p>
      </dgm:t>
    </dgm:pt>
    <dgm:pt modelId="{7DD934D9-47DD-438D-957F-FFA52F0D72E9}" type="parTrans" cxnId="{ED155C7D-67AF-4797-81CD-7596A813A651}">
      <dgm:prSet/>
      <dgm:spPr/>
      <dgm:t>
        <a:bodyPr/>
        <a:lstStyle/>
        <a:p>
          <a:endParaRPr lang="pt-PT"/>
        </a:p>
      </dgm:t>
    </dgm:pt>
    <dgm:pt modelId="{9E1A1806-B911-4CB4-ACC3-2A4768C613E1}" type="sibTrans" cxnId="{ED155C7D-67AF-4797-81CD-7596A813A651}">
      <dgm:prSet/>
      <dgm:spPr/>
      <dgm:t>
        <a:bodyPr/>
        <a:lstStyle/>
        <a:p>
          <a:endParaRPr lang="pt-PT"/>
        </a:p>
      </dgm:t>
    </dgm:pt>
    <dgm:pt modelId="{11B98DFB-7260-4486-AEB2-11A6AB2DE355}">
      <dgm:prSet/>
      <dgm:spPr/>
      <dgm:t>
        <a:bodyPr/>
        <a:lstStyle/>
        <a:p>
          <a:r>
            <a:rPr lang="pt-PT" dirty="0" smtClean="0"/>
            <a:t>Estabilizador Horizontal</a:t>
          </a:r>
          <a:endParaRPr lang="pt-PT" dirty="0"/>
        </a:p>
      </dgm:t>
    </dgm:pt>
    <dgm:pt modelId="{3FCA457E-9143-4E93-9128-0BE76BB837E8}" type="parTrans" cxnId="{C4BB90AE-EFC2-4D4D-BA27-7713F254D966}">
      <dgm:prSet/>
      <dgm:spPr/>
      <dgm:t>
        <a:bodyPr/>
        <a:lstStyle/>
        <a:p>
          <a:endParaRPr lang="pt-PT"/>
        </a:p>
      </dgm:t>
    </dgm:pt>
    <dgm:pt modelId="{F3FABCAD-D3C8-4821-BF57-E81832B2C943}" type="sibTrans" cxnId="{C4BB90AE-EFC2-4D4D-BA27-7713F254D966}">
      <dgm:prSet/>
      <dgm:spPr/>
      <dgm:t>
        <a:bodyPr/>
        <a:lstStyle/>
        <a:p>
          <a:endParaRPr lang="pt-PT"/>
        </a:p>
      </dgm:t>
    </dgm:pt>
    <dgm:pt modelId="{FE941609-057F-4DC8-A105-691025BFFE96}" type="pres">
      <dgm:prSet presAssocID="{EEC64F0F-6960-4C63-AA17-9AF8FAC3EF2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32B3F6-B6DF-49D2-9E8C-7BF3AD507A00}" type="pres">
      <dgm:prSet presAssocID="{F1B7B603-5A26-44C4-B635-B94C763E3E35}" presName="hierRoot1" presStyleCnt="0"/>
      <dgm:spPr/>
    </dgm:pt>
    <dgm:pt modelId="{67D53D64-C09B-407B-A55C-765166601EA5}" type="pres">
      <dgm:prSet presAssocID="{F1B7B603-5A26-44C4-B635-B94C763E3E35}" presName="composite" presStyleCnt="0"/>
      <dgm:spPr/>
    </dgm:pt>
    <dgm:pt modelId="{6125999C-95A5-45E9-8A96-BC433237F265}" type="pres">
      <dgm:prSet presAssocID="{F1B7B603-5A26-44C4-B635-B94C763E3E35}" presName="background" presStyleLbl="node0" presStyleIdx="0" presStyleCnt="1"/>
      <dgm:spPr/>
    </dgm:pt>
    <dgm:pt modelId="{BCC23A43-AFFD-4928-8557-275C021B7843}" type="pres">
      <dgm:prSet presAssocID="{F1B7B603-5A26-44C4-B635-B94C763E3E35}" presName="text" presStyleLbl="fgAcc0" presStyleIdx="0" presStyleCnt="1">
        <dgm:presLayoutVars>
          <dgm:chPref val="3"/>
        </dgm:presLayoutVars>
      </dgm:prSet>
      <dgm:spPr/>
    </dgm:pt>
    <dgm:pt modelId="{7FA3D56F-1B5E-44E5-80FF-A00130B0D7D1}" type="pres">
      <dgm:prSet presAssocID="{F1B7B603-5A26-44C4-B635-B94C763E3E35}" presName="hierChild2" presStyleCnt="0"/>
      <dgm:spPr/>
    </dgm:pt>
    <dgm:pt modelId="{82C9546F-290F-4014-ACFD-6545B6C806F1}" type="pres">
      <dgm:prSet presAssocID="{CBAD77A4-4EC7-445A-B264-A1338046EB7E}" presName="Name10" presStyleLbl="parChTrans1D2" presStyleIdx="0" presStyleCnt="4"/>
      <dgm:spPr/>
    </dgm:pt>
    <dgm:pt modelId="{0DFD10C7-4EBD-4239-A49D-49A25C1B7672}" type="pres">
      <dgm:prSet presAssocID="{2C163B33-AD11-4948-AF0F-334B37A2C520}" presName="hierRoot2" presStyleCnt="0"/>
      <dgm:spPr/>
    </dgm:pt>
    <dgm:pt modelId="{221486E4-F561-46ED-AAD5-C5A5B15F8F2B}" type="pres">
      <dgm:prSet presAssocID="{2C163B33-AD11-4948-AF0F-334B37A2C520}" presName="composite2" presStyleCnt="0"/>
      <dgm:spPr/>
    </dgm:pt>
    <dgm:pt modelId="{112A0B35-BA45-4994-8275-AA659EB5267E}" type="pres">
      <dgm:prSet presAssocID="{2C163B33-AD11-4948-AF0F-334B37A2C520}" presName="background2" presStyleLbl="node2" presStyleIdx="0" presStyleCnt="4"/>
      <dgm:spPr/>
    </dgm:pt>
    <dgm:pt modelId="{8ADB20C0-D171-4F14-99BC-DB97B5812327}" type="pres">
      <dgm:prSet presAssocID="{2C163B33-AD11-4948-AF0F-334B37A2C520}" presName="text2" presStyleLbl="fgAcc2" presStyleIdx="0" presStyleCnt="4">
        <dgm:presLayoutVars>
          <dgm:chPref val="3"/>
        </dgm:presLayoutVars>
      </dgm:prSet>
      <dgm:spPr/>
    </dgm:pt>
    <dgm:pt modelId="{73397E4D-8D86-468E-9F97-202624BCDEE5}" type="pres">
      <dgm:prSet presAssocID="{2C163B33-AD11-4948-AF0F-334B37A2C520}" presName="hierChild3" presStyleCnt="0"/>
      <dgm:spPr/>
    </dgm:pt>
    <dgm:pt modelId="{04F25070-826B-4174-B0A5-E220655CA1E7}" type="pres">
      <dgm:prSet presAssocID="{77BFF6BA-381B-4664-9B99-4F2B2EC8BF58}" presName="Name10" presStyleLbl="parChTrans1D2" presStyleIdx="1" presStyleCnt="4"/>
      <dgm:spPr/>
    </dgm:pt>
    <dgm:pt modelId="{CB874A0A-2CD4-4B5D-A78B-A5DE9C4E8C1B}" type="pres">
      <dgm:prSet presAssocID="{FCC29B76-5AAE-4F95-BAFE-39200618162A}" presName="hierRoot2" presStyleCnt="0"/>
      <dgm:spPr/>
    </dgm:pt>
    <dgm:pt modelId="{E2F82417-F688-4143-A65E-0103644537B0}" type="pres">
      <dgm:prSet presAssocID="{FCC29B76-5AAE-4F95-BAFE-39200618162A}" presName="composite2" presStyleCnt="0"/>
      <dgm:spPr/>
    </dgm:pt>
    <dgm:pt modelId="{7AE59A10-9C27-4D91-AB85-A7BCEF1AD4BD}" type="pres">
      <dgm:prSet presAssocID="{FCC29B76-5AAE-4F95-BAFE-39200618162A}" presName="background2" presStyleLbl="node2" presStyleIdx="1" presStyleCnt="4"/>
      <dgm:spPr/>
    </dgm:pt>
    <dgm:pt modelId="{C519C2DC-3B58-4CD8-933E-0BE047624B86}" type="pres">
      <dgm:prSet presAssocID="{FCC29B76-5AAE-4F95-BAFE-39200618162A}" presName="text2" presStyleLbl="fgAcc2" presStyleIdx="1" presStyleCnt="4">
        <dgm:presLayoutVars>
          <dgm:chPref val="3"/>
        </dgm:presLayoutVars>
      </dgm:prSet>
      <dgm:spPr/>
    </dgm:pt>
    <dgm:pt modelId="{982442F6-87BB-4E9C-AD1C-D75FF693CDC5}" type="pres">
      <dgm:prSet presAssocID="{FCC29B76-5AAE-4F95-BAFE-39200618162A}" presName="hierChild3" presStyleCnt="0"/>
      <dgm:spPr/>
    </dgm:pt>
    <dgm:pt modelId="{9D28D42F-CD60-4B75-B632-17C2A8B73AA8}" type="pres">
      <dgm:prSet presAssocID="{DAD3176F-B20D-47E3-B0AF-0F4B0C14C74F}" presName="Name17" presStyleLbl="parChTrans1D3" presStyleIdx="0" presStyleCnt="6"/>
      <dgm:spPr/>
    </dgm:pt>
    <dgm:pt modelId="{63D5ABF9-4F22-4F75-8A4C-B699D1099B5F}" type="pres">
      <dgm:prSet presAssocID="{C28F97A7-3389-42F8-AE99-F1E864CA3310}" presName="hierRoot3" presStyleCnt="0"/>
      <dgm:spPr/>
    </dgm:pt>
    <dgm:pt modelId="{48000E47-B513-46B4-BB93-C165CE8AB24B}" type="pres">
      <dgm:prSet presAssocID="{C28F97A7-3389-42F8-AE99-F1E864CA3310}" presName="composite3" presStyleCnt="0"/>
      <dgm:spPr/>
    </dgm:pt>
    <dgm:pt modelId="{02E628D1-BCCE-4680-95BD-BC0BCFCE2F91}" type="pres">
      <dgm:prSet presAssocID="{C28F97A7-3389-42F8-AE99-F1E864CA3310}" presName="background3" presStyleLbl="node3" presStyleIdx="0" presStyleCnt="6"/>
      <dgm:spPr/>
    </dgm:pt>
    <dgm:pt modelId="{BDE98DA4-C871-4E9D-B9A2-4858D456F931}" type="pres">
      <dgm:prSet presAssocID="{C28F97A7-3389-42F8-AE99-F1E864CA3310}" presName="text3" presStyleLbl="fgAcc3" presStyleIdx="0" presStyleCnt="6">
        <dgm:presLayoutVars>
          <dgm:chPref val="3"/>
        </dgm:presLayoutVars>
      </dgm:prSet>
      <dgm:spPr/>
    </dgm:pt>
    <dgm:pt modelId="{D5FBF0B8-97FD-4E3B-AEF7-61B8C267E1F5}" type="pres">
      <dgm:prSet presAssocID="{C28F97A7-3389-42F8-AE99-F1E864CA3310}" presName="hierChild4" presStyleCnt="0"/>
      <dgm:spPr/>
    </dgm:pt>
    <dgm:pt modelId="{81B316AC-EA35-4A5C-B1F0-0F69072762F0}" type="pres">
      <dgm:prSet presAssocID="{AF2E8881-446A-4C82-B7A7-266599E8C7ED}" presName="Name17" presStyleLbl="parChTrans1D3" presStyleIdx="1" presStyleCnt="6"/>
      <dgm:spPr/>
    </dgm:pt>
    <dgm:pt modelId="{1254BB7F-6250-4BB5-9B0F-99D5E52DB5BD}" type="pres">
      <dgm:prSet presAssocID="{15781C7B-C4E5-4BA7-9785-BDA6867A9317}" presName="hierRoot3" presStyleCnt="0"/>
      <dgm:spPr/>
    </dgm:pt>
    <dgm:pt modelId="{94F628D7-E78F-4511-ACB3-91ED83FE2853}" type="pres">
      <dgm:prSet presAssocID="{15781C7B-C4E5-4BA7-9785-BDA6867A9317}" presName="composite3" presStyleCnt="0"/>
      <dgm:spPr/>
    </dgm:pt>
    <dgm:pt modelId="{74E69F1E-B75D-453C-9A1B-D0B03708AD70}" type="pres">
      <dgm:prSet presAssocID="{15781C7B-C4E5-4BA7-9785-BDA6867A9317}" presName="background3" presStyleLbl="node3" presStyleIdx="1" presStyleCnt="6"/>
      <dgm:spPr/>
    </dgm:pt>
    <dgm:pt modelId="{69AD6C75-822B-4E15-A3C5-9CB690F78D97}" type="pres">
      <dgm:prSet presAssocID="{15781C7B-C4E5-4BA7-9785-BDA6867A9317}" presName="text3" presStyleLbl="fgAcc3" presStyleIdx="1" presStyleCnt="6">
        <dgm:presLayoutVars>
          <dgm:chPref val="3"/>
        </dgm:presLayoutVars>
      </dgm:prSet>
      <dgm:spPr/>
    </dgm:pt>
    <dgm:pt modelId="{88E57B1D-3B8E-452B-A3B2-8910A023BF84}" type="pres">
      <dgm:prSet presAssocID="{15781C7B-C4E5-4BA7-9785-BDA6867A9317}" presName="hierChild4" presStyleCnt="0"/>
      <dgm:spPr/>
    </dgm:pt>
    <dgm:pt modelId="{BEBB700B-3FE9-449C-95C3-D63F211AB6CF}" type="pres">
      <dgm:prSet presAssocID="{8E7A63A3-6EA1-40DC-A336-155D5C9ABEAA}" presName="Name10" presStyleLbl="parChTrans1D2" presStyleIdx="2" presStyleCnt="4"/>
      <dgm:spPr/>
    </dgm:pt>
    <dgm:pt modelId="{990F3BE8-9A8C-4D50-A98C-8F03B1264D43}" type="pres">
      <dgm:prSet presAssocID="{98464FD3-645D-4551-8729-F7D692976332}" presName="hierRoot2" presStyleCnt="0"/>
      <dgm:spPr/>
    </dgm:pt>
    <dgm:pt modelId="{E0A628D1-CCE9-448B-A675-83F343D60327}" type="pres">
      <dgm:prSet presAssocID="{98464FD3-645D-4551-8729-F7D692976332}" presName="composite2" presStyleCnt="0"/>
      <dgm:spPr/>
    </dgm:pt>
    <dgm:pt modelId="{36D014DB-C140-49C2-B78E-56F33D934B8D}" type="pres">
      <dgm:prSet presAssocID="{98464FD3-645D-4551-8729-F7D692976332}" presName="background2" presStyleLbl="node2" presStyleIdx="2" presStyleCnt="4"/>
      <dgm:spPr/>
    </dgm:pt>
    <dgm:pt modelId="{8119F279-5ED3-4F5E-842D-A5C51A22A62E}" type="pres">
      <dgm:prSet presAssocID="{98464FD3-645D-4551-8729-F7D692976332}" presName="text2" presStyleLbl="fgAcc2" presStyleIdx="2" presStyleCnt="4">
        <dgm:presLayoutVars>
          <dgm:chPref val="3"/>
        </dgm:presLayoutVars>
      </dgm:prSet>
      <dgm:spPr/>
    </dgm:pt>
    <dgm:pt modelId="{E72B00B2-9F8D-4DD8-948A-3915140AB395}" type="pres">
      <dgm:prSet presAssocID="{98464FD3-645D-4551-8729-F7D692976332}" presName="hierChild3" presStyleCnt="0"/>
      <dgm:spPr/>
    </dgm:pt>
    <dgm:pt modelId="{5526D8E7-483D-4AFE-8CED-4E048933C633}" type="pres">
      <dgm:prSet presAssocID="{7DD934D9-47DD-438D-957F-FFA52F0D72E9}" presName="Name17" presStyleLbl="parChTrans1D3" presStyleIdx="2" presStyleCnt="6"/>
      <dgm:spPr/>
    </dgm:pt>
    <dgm:pt modelId="{9045F918-CA37-4576-A004-0C3B5F1F6DE8}" type="pres">
      <dgm:prSet presAssocID="{14EC62DB-6D74-45A8-8B2F-9AEF76A3E5EA}" presName="hierRoot3" presStyleCnt="0"/>
      <dgm:spPr/>
    </dgm:pt>
    <dgm:pt modelId="{68628BCA-BEF3-47CF-9EA8-3D1C0A3536F5}" type="pres">
      <dgm:prSet presAssocID="{14EC62DB-6D74-45A8-8B2F-9AEF76A3E5EA}" presName="composite3" presStyleCnt="0"/>
      <dgm:spPr/>
    </dgm:pt>
    <dgm:pt modelId="{48D3C490-9F64-4D85-810C-BFB22C04A4F7}" type="pres">
      <dgm:prSet presAssocID="{14EC62DB-6D74-45A8-8B2F-9AEF76A3E5EA}" presName="background3" presStyleLbl="node3" presStyleIdx="2" presStyleCnt="6"/>
      <dgm:spPr/>
    </dgm:pt>
    <dgm:pt modelId="{0B586A73-1C29-4552-80B3-51872360D468}" type="pres">
      <dgm:prSet presAssocID="{14EC62DB-6D74-45A8-8B2F-9AEF76A3E5EA}" presName="text3" presStyleLbl="fgAcc3" presStyleIdx="2" presStyleCnt="6">
        <dgm:presLayoutVars>
          <dgm:chPref val="3"/>
        </dgm:presLayoutVars>
      </dgm:prSet>
      <dgm:spPr/>
    </dgm:pt>
    <dgm:pt modelId="{9A2F682A-CD26-4822-96C6-CAF792E302D3}" type="pres">
      <dgm:prSet presAssocID="{14EC62DB-6D74-45A8-8B2F-9AEF76A3E5EA}" presName="hierChild4" presStyleCnt="0"/>
      <dgm:spPr/>
    </dgm:pt>
    <dgm:pt modelId="{00D6D64E-38CA-454F-9B19-BC4C7E56A776}" type="pres">
      <dgm:prSet presAssocID="{3FCA457E-9143-4E93-9128-0BE76BB837E8}" presName="Name17" presStyleLbl="parChTrans1D3" presStyleIdx="3" presStyleCnt="6"/>
      <dgm:spPr/>
    </dgm:pt>
    <dgm:pt modelId="{6B4FA266-0517-4B9B-BC30-4BC47A418866}" type="pres">
      <dgm:prSet presAssocID="{11B98DFB-7260-4486-AEB2-11A6AB2DE355}" presName="hierRoot3" presStyleCnt="0"/>
      <dgm:spPr/>
    </dgm:pt>
    <dgm:pt modelId="{EF87B150-33D2-4EE0-99F9-68AE3DD959D4}" type="pres">
      <dgm:prSet presAssocID="{11B98DFB-7260-4486-AEB2-11A6AB2DE355}" presName="composite3" presStyleCnt="0"/>
      <dgm:spPr/>
    </dgm:pt>
    <dgm:pt modelId="{3A71B769-A757-4FF6-8C3E-3A991180AAC7}" type="pres">
      <dgm:prSet presAssocID="{11B98DFB-7260-4486-AEB2-11A6AB2DE355}" presName="background3" presStyleLbl="node3" presStyleIdx="3" presStyleCnt="6"/>
      <dgm:spPr/>
    </dgm:pt>
    <dgm:pt modelId="{1AFEEC91-4501-4CB8-96F7-9320FB9CE2E8}" type="pres">
      <dgm:prSet presAssocID="{11B98DFB-7260-4486-AEB2-11A6AB2DE355}" presName="text3" presStyleLbl="fgAcc3" presStyleIdx="3" presStyleCnt="6">
        <dgm:presLayoutVars>
          <dgm:chPref val="3"/>
        </dgm:presLayoutVars>
      </dgm:prSet>
      <dgm:spPr/>
    </dgm:pt>
    <dgm:pt modelId="{43BE0DDC-D65D-44BD-B9E0-CF91D9D76626}" type="pres">
      <dgm:prSet presAssocID="{11B98DFB-7260-4486-AEB2-11A6AB2DE355}" presName="hierChild4" presStyleCnt="0"/>
      <dgm:spPr/>
    </dgm:pt>
    <dgm:pt modelId="{D463DAF9-E766-4D5B-A103-B1D7F9E580D4}" type="pres">
      <dgm:prSet presAssocID="{18998FFA-6083-4BE4-A0B2-504AC4866ADB}" presName="Name10" presStyleLbl="parChTrans1D2" presStyleIdx="3" presStyleCnt="4"/>
      <dgm:spPr/>
    </dgm:pt>
    <dgm:pt modelId="{F6039E0F-467E-4ABF-B61E-1FD09BA83CB0}" type="pres">
      <dgm:prSet presAssocID="{FB19B522-D925-4824-9FEC-6BA12B930C56}" presName="hierRoot2" presStyleCnt="0"/>
      <dgm:spPr/>
    </dgm:pt>
    <dgm:pt modelId="{04980E63-85B9-45E1-831E-4F1F6B725DA9}" type="pres">
      <dgm:prSet presAssocID="{FB19B522-D925-4824-9FEC-6BA12B930C56}" presName="composite2" presStyleCnt="0"/>
      <dgm:spPr/>
    </dgm:pt>
    <dgm:pt modelId="{F360C71E-D3EB-427C-9E1E-3C6F5437E030}" type="pres">
      <dgm:prSet presAssocID="{FB19B522-D925-4824-9FEC-6BA12B930C56}" presName="background2" presStyleLbl="node2" presStyleIdx="3" presStyleCnt="4"/>
      <dgm:spPr/>
    </dgm:pt>
    <dgm:pt modelId="{EA542338-1D80-4709-9CF1-C5C401DC88B4}" type="pres">
      <dgm:prSet presAssocID="{FB19B522-D925-4824-9FEC-6BA12B930C56}" presName="text2" presStyleLbl="fgAcc2" presStyleIdx="3" presStyleCnt="4">
        <dgm:presLayoutVars>
          <dgm:chPref val="3"/>
        </dgm:presLayoutVars>
      </dgm:prSet>
      <dgm:spPr/>
    </dgm:pt>
    <dgm:pt modelId="{C4201AF7-185B-46E3-AB35-337F10C5CEDC}" type="pres">
      <dgm:prSet presAssocID="{FB19B522-D925-4824-9FEC-6BA12B930C56}" presName="hierChild3" presStyleCnt="0"/>
      <dgm:spPr/>
    </dgm:pt>
    <dgm:pt modelId="{C489CD10-A5FE-40D7-A743-3E8EB53FF55E}" type="pres">
      <dgm:prSet presAssocID="{861D0FDC-F642-4582-9A8D-8ECD1B09A9ED}" presName="Name17" presStyleLbl="parChTrans1D3" presStyleIdx="4" presStyleCnt="6"/>
      <dgm:spPr/>
    </dgm:pt>
    <dgm:pt modelId="{18D26A5D-81CA-4A55-8DBC-8AA54448ACDB}" type="pres">
      <dgm:prSet presAssocID="{CE9C06BE-7A3A-4FF1-BDD6-34DE5E1556CD}" presName="hierRoot3" presStyleCnt="0"/>
      <dgm:spPr/>
    </dgm:pt>
    <dgm:pt modelId="{13FB3FF4-2B80-4226-A58D-08B92B6212D5}" type="pres">
      <dgm:prSet presAssocID="{CE9C06BE-7A3A-4FF1-BDD6-34DE5E1556CD}" presName="composite3" presStyleCnt="0"/>
      <dgm:spPr/>
    </dgm:pt>
    <dgm:pt modelId="{4A051D34-DDDC-4FD3-8309-51C74DBB85A5}" type="pres">
      <dgm:prSet presAssocID="{CE9C06BE-7A3A-4FF1-BDD6-34DE5E1556CD}" presName="background3" presStyleLbl="node3" presStyleIdx="4" presStyleCnt="6"/>
      <dgm:spPr/>
    </dgm:pt>
    <dgm:pt modelId="{21A89AC8-4ABA-4963-9660-15ACD14F6DDE}" type="pres">
      <dgm:prSet presAssocID="{CE9C06BE-7A3A-4FF1-BDD6-34DE5E1556CD}" presName="text3" presStyleLbl="fgAcc3" presStyleIdx="4" presStyleCnt="6">
        <dgm:presLayoutVars>
          <dgm:chPref val="3"/>
        </dgm:presLayoutVars>
      </dgm:prSet>
      <dgm:spPr/>
    </dgm:pt>
    <dgm:pt modelId="{0F3CAFB5-8594-4FE2-AB91-BCAA61A8ABFF}" type="pres">
      <dgm:prSet presAssocID="{CE9C06BE-7A3A-4FF1-BDD6-34DE5E1556CD}" presName="hierChild4" presStyleCnt="0"/>
      <dgm:spPr/>
    </dgm:pt>
    <dgm:pt modelId="{8A50D8FB-C673-40D7-BBCA-DFE70901A007}" type="pres">
      <dgm:prSet presAssocID="{B87E6E51-D47E-4E64-A648-A86C6203D4B0}" presName="Name17" presStyleLbl="parChTrans1D3" presStyleIdx="5" presStyleCnt="6"/>
      <dgm:spPr/>
    </dgm:pt>
    <dgm:pt modelId="{3365375C-2F96-4FA7-8E8F-CD5016BD344F}" type="pres">
      <dgm:prSet presAssocID="{E0F58A7A-98AC-4292-A546-43D125976621}" presName="hierRoot3" presStyleCnt="0"/>
      <dgm:spPr/>
    </dgm:pt>
    <dgm:pt modelId="{2625676C-57CC-47EA-B3CB-98867211F074}" type="pres">
      <dgm:prSet presAssocID="{E0F58A7A-98AC-4292-A546-43D125976621}" presName="composite3" presStyleCnt="0"/>
      <dgm:spPr/>
    </dgm:pt>
    <dgm:pt modelId="{0B2EB826-4D68-47FF-BE16-200A2F77835E}" type="pres">
      <dgm:prSet presAssocID="{E0F58A7A-98AC-4292-A546-43D125976621}" presName="background3" presStyleLbl="node3" presStyleIdx="5" presStyleCnt="6"/>
      <dgm:spPr/>
    </dgm:pt>
    <dgm:pt modelId="{17F12229-655E-4C38-91E1-3C240F681493}" type="pres">
      <dgm:prSet presAssocID="{E0F58A7A-98AC-4292-A546-43D125976621}" presName="text3" presStyleLbl="fgAcc3" presStyleIdx="5" presStyleCnt="6">
        <dgm:presLayoutVars>
          <dgm:chPref val="3"/>
        </dgm:presLayoutVars>
      </dgm:prSet>
      <dgm:spPr/>
    </dgm:pt>
    <dgm:pt modelId="{DF4663B4-F8CA-46C1-BE61-BE2F78AFE642}" type="pres">
      <dgm:prSet presAssocID="{E0F58A7A-98AC-4292-A546-43D125976621}" presName="hierChild4" presStyleCnt="0"/>
      <dgm:spPr/>
    </dgm:pt>
  </dgm:ptLst>
  <dgm:cxnLst>
    <dgm:cxn modelId="{77965451-BB85-49E5-BEE1-F09B3C5FBCA5}" srcId="{FB19B522-D925-4824-9FEC-6BA12B930C56}" destId="{E0F58A7A-98AC-4292-A546-43D125976621}" srcOrd="1" destOrd="0" parTransId="{B87E6E51-D47E-4E64-A648-A86C6203D4B0}" sibTransId="{10E64397-E414-4854-A514-F6E2C4F5FE1B}"/>
    <dgm:cxn modelId="{B6560648-4FE6-4F2C-977A-6666DFC90FBC}" type="presOf" srcId="{F1B7B603-5A26-44C4-B635-B94C763E3E35}" destId="{BCC23A43-AFFD-4928-8557-275C021B7843}" srcOrd="0" destOrd="0" presId="urn:microsoft.com/office/officeart/2005/8/layout/hierarchy1"/>
    <dgm:cxn modelId="{C379722B-EB68-4256-99BF-95711ECE7D70}" type="presOf" srcId="{18998FFA-6083-4BE4-A0B2-504AC4866ADB}" destId="{D463DAF9-E766-4D5B-A103-B1D7F9E580D4}" srcOrd="0" destOrd="0" presId="urn:microsoft.com/office/officeart/2005/8/layout/hierarchy1"/>
    <dgm:cxn modelId="{070E3078-08F0-42D9-8C38-F619654BE812}" type="presOf" srcId="{E0F58A7A-98AC-4292-A546-43D125976621}" destId="{17F12229-655E-4C38-91E1-3C240F681493}" srcOrd="0" destOrd="0" presId="urn:microsoft.com/office/officeart/2005/8/layout/hierarchy1"/>
    <dgm:cxn modelId="{E41DB1F1-CF0B-4F25-99B8-324E7F030742}" type="presOf" srcId="{DAD3176F-B20D-47E3-B0AF-0F4B0C14C74F}" destId="{9D28D42F-CD60-4B75-B632-17C2A8B73AA8}" srcOrd="0" destOrd="0" presId="urn:microsoft.com/office/officeart/2005/8/layout/hierarchy1"/>
    <dgm:cxn modelId="{74388D87-C777-4E6C-B37D-1281EBF5146D}" type="presOf" srcId="{11B98DFB-7260-4486-AEB2-11A6AB2DE355}" destId="{1AFEEC91-4501-4CB8-96F7-9320FB9CE2E8}" srcOrd="0" destOrd="0" presId="urn:microsoft.com/office/officeart/2005/8/layout/hierarchy1"/>
    <dgm:cxn modelId="{949AA175-A99A-4BEE-A940-2E29AAF08E54}" type="presOf" srcId="{FCC29B76-5AAE-4F95-BAFE-39200618162A}" destId="{C519C2DC-3B58-4CD8-933E-0BE047624B86}" srcOrd="0" destOrd="0" presId="urn:microsoft.com/office/officeart/2005/8/layout/hierarchy1"/>
    <dgm:cxn modelId="{8C435569-70AC-49AE-9583-5C81CEE6F5B1}" srcId="{F1B7B603-5A26-44C4-B635-B94C763E3E35}" destId="{2C163B33-AD11-4948-AF0F-334B37A2C520}" srcOrd="0" destOrd="0" parTransId="{CBAD77A4-4EC7-445A-B264-A1338046EB7E}" sibTransId="{653B15DC-D21F-4AFE-B71C-489E5619D451}"/>
    <dgm:cxn modelId="{940AC824-C21D-47FD-B294-49F105207612}" type="presOf" srcId="{3FCA457E-9143-4E93-9128-0BE76BB837E8}" destId="{00D6D64E-38CA-454F-9B19-BC4C7E56A776}" srcOrd="0" destOrd="0" presId="urn:microsoft.com/office/officeart/2005/8/layout/hierarchy1"/>
    <dgm:cxn modelId="{ED155C7D-67AF-4797-81CD-7596A813A651}" srcId="{98464FD3-645D-4551-8729-F7D692976332}" destId="{14EC62DB-6D74-45A8-8B2F-9AEF76A3E5EA}" srcOrd="0" destOrd="0" parTransId="{7DD934D9-47DD-438D-957F-FFA52F0D72E9}" sibTransId="{9E1A1806-B911-4CB4-ACC3-2A4768C613E1}"/>
    <dgm:cxn modelId="{B37571E2-C55D-4D55-9A31-9B7EF6D65391}" srcId="{FCC29B76-5AAE-4F95-BAFE-39200618162A}" destId="{C28F97A7-3389-42F8-AE99-F1E864CA3310}" srcOrd="0" destOrd="0" parTransId="{DAD3176F-B20D-47E3-B0AF-0F4B0C14C74F}" sibTransId="{6BBBDCF2-961C-4EFF-BBEE-FDD93462EA5A}"/>
    <dgm:cxn modelId="{A673308B-8116-4253-B514-0D148060BDB8}" srcId="{FCC29B76-5AAE-4F95-BAFE-39200618162A}" destId="{15781C7B-C4E5-4BA7-9785-BDA6867A9317}" srcOrd="1" destOrd="0" parTransId="{AF2E8881-446A-4C82-B7A7-266599E8C7ED}" sibTransId="{D9AA24A8-5DB7-4F07-95B5-03D2FF4FF05F}"/>
    <dgm:cxn modelId="{D9138EB3-830F-4D8C-A66F-FED55052A6BA}" srcId="{FB19B522-D925-4824-9FEC-6BA12B930C56}" destId="{CE9C06BE-7A3A-4FF1-BDD6-34DE5E1556CD}" srcOrd="0" destOrd="0" parTransId="{861D0FDC-F642-4582-9A8D-8ECD1B09A9ED}" sibTransId="{23CFE506-25B9-4DEF-961E-C5ACD3711B30}"/>
    <dgm:cxn modelId="{466D1240-3C42-4773-BF93-3814604DA1F9}" type="presOf" srcId="{EEC64F0F-6960-4C63-AA17-9AF8FAC3EF24}" destId="{FE941609-057F-4DC8-A105-691025BFFE96}" srcOrd="0" destOrd="0" presId="urn:microsoft.com/office/officeart/2005/8/layout/hierarchy1"/>
    <dgm:cxn modelId="{27544E11-63EE-4504-B74C-3BE968F9F021}" type="presOf" srcId="{15781C7B-C4E5-4BA7-9785-BDA6867A9317}" destId="{69AD6C75-822B-4E15-A3C5-9CB690F78D97}" srcOrd="0" destOrd="0" presId="urn:microsoft.com/office/officeart/2005/8/layout/hierarchy1"/>
    <dgm:cxn modelId="{3B00EB20-AA95-42D9-9D76-E90DC8629046}" type="presOf" srcId="{CBAD77A4-4EC7-445A-B264-A1338046EB7E}" destId="{82C9546F-290F-4014-ACFD-6545B6C806F1}" srcOrd="0" destOrd="0" presId="urn:microsoft.com/office/officeart/2005/8/layout/hierarchy1"/>
    <dgm:cxn modelId="{62BE53D9-2E31-40D8-95E7-FA5296C8A0DA}" type="presOf" srcId="{B87E6E51-D47E-4E64-A648-A86C6203D4B0}" destId="{8A50D8FB-C673-40D7-BBCA-DFE70901A007}" srcOrd="0" destOrd="0" presId="urn:microsoft.com/office/officeart/2005/8/layout/hierarchy1"/>
    <dgm:cxn modelId="{C4BB90AE-EFC2-4D4D-BA27-7713F254D966}" srcId="{98464FD3-645D-4551-8729-F7D692976332}" destId="{11B98DFB-7260-4486-AEB2-11A6AB2DE355}" srcOrd="1" destOrd="0" parTransId="{3FCA457E-9143-4E93-9128-0BE76BB837E8}" sibTransId="{F3FABCAD-D3C8-4821-BF57-E81832B2C943}"/>
    <dgm:cxn modelId="{660F0188-28C3-4B7D-80B9-20568147F61E}" type="presOf" srcId="{8E7A63A3-6EA1-40DC-A336-155D5C9ABEAA}" destId="{BEBB700B-3FE9-449C-95C3-D63F211AB6CF}" srcOrd="0" destOrd="0" presId="urn:microsoft.com/office/officeart/2005/8/layout/hierarchy1"/>
    <dgm:cxn modelId="{FA010CCF-4EC0-4C48-B5AF-229B12519C2F}" type="presOf" srcId="{C28F97A7-3389-42F8-AE99-F1E864CA3310}" destId="{BDE98DA4-C871-4E9D-B9A2-4858D456F931}" srcOrd="0" destOrd="0" presId="urn:microsoft.com/office/officeart/2005/8/layout/hierarchy1"/>
    <dgm:cxn modelId="{F856C040-3A7F-4755-8D69-FF82D3BE78F2}" type="presOf" srcId="{861D0FDC-F642-4582-9A8D-8ECD1B09A9ED}" destId="{C489CD10-A5FE-40D7-A743-3E8EB53FF55E}" srcOrd="0" destOrd="0" presId="urn:microsoft.com/office/officeart/2005/8/layout/hierarchy1"/>
    <dgm:cxn modelId="{6FE362D2-0ADD-43B2-ACDC-97CC05B2F662}" type="presOf" srcId="{98464FD3-645D-4551-8729-F7D692976332}" destId="{8119F279-5ED3-4F5E-842D-A5C51A22A62E}" srcOrd="0" destOrd="0" presId="urn:microsoft.com/office/officeart/2005/8/layout/hierarchy1"/>
    <dgm:cxn modelId="{DC0EBD5F-7774-4B47-91AE-82EB259A6E06}" type="presOf" srcId="{FB19B522-D925-4824-9FEC-6BA12B930C56}" destId="{EA542338-1D80-4709-9CF1-C5C401DC88B4}" srcOrd="0" destOrd="0" presId="urn:microsoft.com/office/officeart/2005/8/layout/hierarchy1"/>
    <dgm:cxn modelId="{9FA36DFC-68CF-4B8C-96A0-34C1089FAEE1}" type="presOf" srcId="{CE9C06BE-7A3A-4FF1-BDD6-34DE5E1556CD}" destId="{21A89AC8-4ABA-4963-9660-15ACD14F6DDE}" srcOrd="0" destOrd="0" presId="urn:microsoft.com/office/officeart/2005/8/layout/hierarchy1"/>
    <dgm:cxn modelId="{EF375760-35D5-44A4-A180-4B481093D2A1}" srcId="{EEC64F0F-6960-4C63-AA17-9AF8FAC3EF24}" destId="{F1B7B603-5A26-44C4-B635-B94C763E3E35}" srcOrd="0" destOrd="0" parTransId="{95298254-9E5B-4367-9175-E8372356895E}" sibTransId="{F3865728-4D0D-4157-ABF7-5FBB185A2253}"/>
    <dgm:cxn modelId="{8B818E1C-D5A8-4D86-8AE8-78E6A4E63497}" srcId="{F1B7B603-5A26-44C4-B635-B94C763E3E35}" destId="{FCC29B76-5AAE-4F95-BAFE-39200618162A}" srcOrd="1" destOrd="0" parTransId="{77BFF6BA-381B-4664-9B99-4F2B2EC8BF58}" sibTransId="{1470196B-95C0-40D7-97CC-9CF860E1F737}"/>
    <dgm:cxn modelId="{B32E3445-2180-442C-954F-34F14F5A16B1}" type="presOf" srcId="{14EC62DB-6D74-45A8-8B2F-9AEF76A3E5EA}" destId="{0B586A73-1C29-4552-80B3-51872360D468}" srcOrd="0" destOrd="0" presId="urn:microsoft.com/office/officeart/2005/8/layout/hierarchy1"/>
    <dgm:cxn modelId="{BD7C9E2B-05BF-43C2-9A79-DEF4EF947F33}" srcId="{F1B7B603-5A26-44C4-B635-B94C763E3E35}" destId="{FB19B522-D925-4824-9FEC-6BA12B930C56}" srcOrd="3" destOrd="0" parTransId="{18998FFA-6083-4BE4-A0B2-504AC4866ADB}" sibTransId="{EE8FF1A6-195D-492A-BC58-540105ABFE01}"/>
    <dgm:cxn modelId="{73EE9E10-EA6B-41A4-9276-5CC855923BA1}" type="presOf" srcId="{77BFF6BA-381B-4664-9B99-4F2B2EC8BF58}" destId="{04F25070-826B-4174-B0A5-E220655CA1E7}" srcOrd="0" destOrd="0" presId="urn:microsoft.com/office/officeart/2005/8/layout/hierarchy1"/>
    <dgm:cxn modelId="{33C86FAE-F4F9-4940-981E-E9CCC73F7881}" type="presOf" srcId="{AF2E8881-446A-4C82-B7A7-266599E8C7ED}" destId="{81B316AC-EA35-4A5C-B1F0-0F69072762F0}" srcOrd="0" destOrd="0" presId="urn:microsoft.com/office/officeart/2005/8/layout/hierarchy1"/>
    <dgm:cxn modelId="{FF9AA196-2632-45B3-82CD-D2162A69769B}" type="presOf" srcId="{2C163B33-AD11-4948-AF0F-334B37A2C520}" destId="{8ADB20C0-D171-4F14-99BC-DB97B5812327}" srcOrd="0" destOrd="0" presId="urn:microsoft.com/office/officeart/2005/8/layout/hierarchy1"/>
    <dgm:cxn modelId="{5B381285-84FF-4764-9EE8-65828C1B6F27}" type="presOf" srcId="{7DD934D9-47DD-438D-957F-FFA52F0D72E9}" destId="{5526D8E7-483D-4AFE-8CED-4E048933C633}" srcOrd="0" destOrd="0" presId="urn:microsoft.com/office/officeart/2005/8/layout/hierarchy1"/>
    <dgm:cxn modelId="{54A9DAA9-A2F6-454C-894F-43B5E67AAF38}" srcId="{F1B7B603-5A26-44C4-B635-B94C763E3E35}" destId="{98464FD3-645D-4551-8729-F7D692976332}" srcOrd="2" destOrd="0" parTransId="{8E7A63A3-6EA1-40DC-A336-155D5C9ABEAA}" sibTransId="{F874714E-07D4-4508-A2AA-342EF85B3781}"/>
    <dgm:cxn modelId="{5C15A978-9BEA-48FB-AE64-7DF9D6FED09C}" type="presParOf" srcId="{FE941609-057F-4DC8-A105-691025BFFE96}" destId="{5F32B3F6-B6DF-49D2-9E8C-7BF3AD507A00}" srcOrd="0" destOrd="0" presId="urn:microsoft.com/office/officeart/2005/8/layout/hierarchy1"/>
    <dgm:cxn modelId="{14E74F53-4E04-4795-BD70-4AF5DE0204D7}" type="presParOf" srcId="{5F32B3F6-B6DF-49D2-9E8C-7BF3AD507A00}" destId="{67D53D64-C09B-407B-A55C-765166601EA5}" srcOrd="0" destOrd="0" presId="urn:microsoft.com/office/officeart/2005/8/layout/hierarchy1"/>
    <dgm:cxn modelId="{B023462A-6170-4E80-8D18-480321D78239}" type="presParOf" srcId="{67D53D64-C09B-407B-A55C-765166601EA5}" destId="{6125999C-95A5-45E9-8A96-BC433237F265}" srcOrd="0" destOrd="0" presId="urn:microsoft.com/office/officeart/2005/8/layout/hierarchy1"/>
    <dgm:cxn modelId="{F05E00B1-6D77-43BD-8D41-E7B57CF9640C}" type="presParOf" srcId="{67D53D64-C09B-407B-A55C-765166601EA5}" destId="{BCC23A43-AFFD-4928-8557-275C021B7843}" srcOrd="1" destOrd="0" presId="urn:microsoft.com/office/officeart/2005/8/layout/hierarchy1"/>
    <dgm:cxn modelId="{DCF96A2F-B319-4C55-86D5-C6802D7FAA41}" type="presParOf" srcId="{5F32B3F6-B6DF-49D2-9E8C-7BF3AD507A00}" destId="{7FA3D56F-1B5E-44E5-80FF-A00130B0D7D1}" srcOrd="1" destOrd="0" presId="urn:microsoft.com/office/officeart/2005/8/layout/hierarchy1"/>
    <dgm:cxn modelId="{BAB0DE89-BAA4-4EDF-A283-CCA1683F94AF}" type="presParOf" srcId="{7FA3D56F-1B5E-44E5-80FF-A00130B0D7D1}" destId="{82C9546F-290F-4014-ACFD-6545B6C806F1}" srcOrd="0" destOrd="0" presId="urn:microsoft.com/office/officeart/2005/8/layout/hierarchy1"/>
    <dgm:cxn modelId="{3CE5EF6A-31FA-4DEC-B0DA-74EF6CB835B6}" type="presParOf" srcId="{7FA3D56F-1B5E-44E5-80FF-A00130B0D7D1}" destId="{0DFD10C7-4EBD-4239-A49D-49A25C1B7672}" srcOrd="1" destOrd="0" presId="urn:microsoft.com/office/officeart/2005/8/layout/hierarchy1"/>
    <dgm:cxn modelId="{46B62139-C874-4772-B4D5-AE37461DCE3B}" type="presParOf" srcId="{0DFD10C7-4EBD-4239-A49D-49A25C1B7672}" destId="{221486E4-F561-46ED-AAD5-C5A5B15F8F2B}" srcOrd="0" destOrd="0" presId="urn:microsoft.com/office/officeart/2005/8/layout/hierarchy1"/>
    <dgm:cxn modelId="{DB4B7E4A-BF70-45D2-A974-6E65075DFCCB}" type="presParOf" srcId="{221486E4-F561-46ED-AAD5-C5A5B15F8F2B}" destId="{112A0B35-BA45-4994-8275-AA659EB5267E}" srcOrd="0" destOrd="0" presId="urn:microsoft.com/office/officeart/2005/8/layout/hierarchy1"/>
    <dgm:cxn modelId="{D0200044-06F0-43B0-9738-3BD5089929C7}" type="presParOf" srcId="{221486E4-F561-46ED-AAD5-C5A5B15F8F2B}" destId="{8ADB20C0-D171-4F14-99BC-DB97B5812327}" srcOrd="1" destOrd="0" presId="urn:microsoft.com/office/officeart/2005/8/layout/hierarchy1"/>
    <dgm:cxn modelId="{C0D7967A-9C8F-4EA8-A723-BDA8A9DA23E1}" type="presParOf" srcId="{0DFD10C7-4EBD-4239-A49D-49A25C1B7672}" destId="{73397E4D-8D86-468E-9F97-202624BCDEE5}" srcOrd="1" destOrd="0" presId="urn:microsoft.com/office/officeart/2005/8/layout/hierarchy1"/>
    <dgm:cxn modelId="{7E283721-728C-4827-9F4E-6F954035E456}" type="presParOf" srcId="{7FA3D56F-1B5E-44E5-80FF-A00130B0D7D1}" destId="{04F25070-826B-4174-B0A5-E220655CA1E7}" srcOrd="2" destOrd="0" presId="urn:microsoft.com/office/officeart/2005/8/layout/hierarchy1"/>
    <dgm:cxn modelId="{1735ECD7-279D-49C7-9155-284F07A2ECFD}" type="presParOf" srcId="{7FA3D56F-1B5E-44E5-80FF-A00130B0D7D1}" destId="{CB874A0A-2CD4-4B5D-A78B-A5DE9C4E8C1B}" srcOrd="3" destOrd="0" presId="urn:microsoft.com/office/officeart/2005/8/layout/hierarchy1"/>
    <dgm:cxn modelId="{5B5668EC-428C-4D00-B3C4-8BAF698E53C2}" type="presParOf" srcId="{CB874A0A-2CD4-4B5D-A78B-A5DE9C4E8C1B}" destId="{E2F82417-F688-4143-A65E-0103644537B0}" srcOrd="0" destOrd="0" presId="urn:microsoft.com/office/officeart/2005/8/layout/hierarchy1"/>
    <dgm:cxn modelId="{0CA55EB0-B69B-4BC3-BCB4-030955DDD6FD}" type="presParOf" srcId="{E2F82417-F688-4143-A65E-0103644537B0}" destId="{7AE59A10-9C27-4D91-AB85-A7BCEF1AD4BD}" srcOrd="0" destOrd="0" presId="urn:microsoft.com/office/officeart/2005/8/layout/hierarchy1"/>
    <dgm:cxn modelId="{CB881348-C3CE-4094-A213-DAA7C334927D}" type="presParOf" srcId="{E2F82417-F688-4143-A65E-0103644537B0}" destId="{C519C2DC-3B58-4CD8-933E-0BE047624B86}" srcOrd="1" destOrd="0" presId="urn:microsoft.com/office/officeart/2005/8/layout/hierarchy1"/>
    <dgm:cxn modelId="{C6840BF2-3A5E-41F3-A906-7FB30788335D}" type="presParOf" srcId="{CB874A0A-2CD4-4B5D-A78B-A5DE9C4E8C1B}" destId="{982442F6-87BB-4E9C-AD1C-D75FF693CDC5}" srcOrd="1" destOrd="0" presId="urn:microsoft.com/office/officeart/2005/8/layout/hierarchy1"/>
    <dgm:cxn modelId="{801CD375-2BD2-42FA-BFB1-B4378FD2C86C}" type="presParOf" srcId="{982442F6-87BB-4E9C-AD1C-D75FF693CDC5}" destId="{9D28D42F-CD60-4B75-B632-17C2A8B73AA8}" srcOrd="0" destOrd="0" presId="urn:microsoft.com/office/officeart/2005/8/layout/hierarchy1"/>
    <dgm:cxn modelId="{FD4F189B-B98C-4618-9349-9E9CC82415B6}" type="presParOf" srcId="{982442F6-87BB-4E9C-AD1C-D75FF693CDC5}" destId="{63D5ABF9-4F22-4F75-8A4C-B699D1099B5F}" srcOrd="1" destOrd="0" presId="urn:microsoft.com/office/officeart/2005/8/layout/hierarchy1"/>
    <dgm:cxn modelId="{510206E7-6065-4483-B340-D1DD4E361562}" type="presParOf" srcId="{63D5ABF9-4F22-4F75-8A4C-B699D1099B5F}" destId="{48000E47-B513-46B4-BB93-C165CE8AB24B}" srcOrd="0" destOrd="0" presId="urn:microsoft.com/office/officeart/2005/8/layout/hierarchy1"/>
    <dgm:cxn modelId="{EDDFB8C2-0F87-482A-AE38-0D2072C2EDCC}" type="presParOf" srcId="{48000E47-B513-46B4-BB93-C165CE8AB24B}" destId="{02E628D1-BCCE-4680-95BD-BC0BCFCE2F91}" srcOrd="0" destOrd="0" presId="urn:microsoft.com/office/officeart/2005/8/layout/hierarchy1"/>
    <dgm:cxn modelId="{F8BA5735-E288-4824-8ADC-FE10CBA64B9E}" type="presParOf" srcId="{48000E47-B513-46B4-BB93-C165CE8AB24B}" destId="{BDE98DA4-C871-4E9D-B9A2-4858D456F931}" srcOrd="1" destOrd="0" presId="urn:microsoft.com/office/officeart/2005/8/layout/hierarchy1"/>
    <dgm:cxn modelId="{B435C4C5-698B-4E81-B25B-0B31C4DFF87D}" type="presParOf" srcId="{63D5ABF9-4F22-4F75-8A4C-B699D1099B5F}" destId="{D5FBF0B8-97FD-4E3B-AEF7-61B8C267E1F5}" srcOrd="1" destOrd="0" presId="urn:microsoft.com/office/officeart/2005/8/layout/hierarchy1"/>
    <dgm:cxn modelId="{4FA60747-FD8C-4AD6-B13C-49AB86005C22}" type="presParOf" srcId="{982442F6-87BB-4E9C-AD1C-D75FF693CDC5}" destId="{81B316AC-EA35-4A5C-B1F0-0F69072762F0}" srcOrd="2" destOrd="0" presId="urn:microsoft.com/office/officeart/2005/8/layout/hierarchy1"/>
    <dgm:cxn modelId="{89CE1698-F58D-4862-8822-C4D0DFC8C464}" type="presParOf" srcId="{982442F6-87BB-4E9C-AD1C-D75FF693CDC5}" destId="{1254BB7F-6250-4BB5-9B0F-99D5E52DB5BD}" srcOrd="3" destOrd="0" presId="urn:microsoft.com/office/officeart/2005/8/layout/hierarchy1"/>
    <dgm:cxn modelId="{A5CB13C5-AB64-461A-8548-CE02FDF632CF}" type="presParOf" srcId="{1254BB7F-6250-4BB5-9B0F-99D5E52DB5BD}" destId="{94F628D7-E78F-4511-ACB3-91ED83FE2853}" srcOrd="0" destOrd="0" presId="urn:microsoft.com/office/officeart/2005/8/layout/hierarchy1"/>
    <dgm:cxn modelId="{FF17B545-2FEF-4A2B-9AA3-F72E850F575C}" type="presParOf" srcId="{94F628D7-E78F-4511-ACB3-91ED83FE2853}" destId="{74E69F1E-B75D-453C-9A1B-D0B03708AD70}" srcOrd="0" destOrd="0" presId="urn:microsoft.com/office/officeart/2005/8/layout/hierarchy1"/>
    <dgm:cxn modelId="{F7A5ED84-B043-4891-9C5A-2357B01A2814}" type="presParOf" srcId="{94F628D7-E78F-4511-ACB3-91ED83FE2853}" destId="{69AD6C75-822B-4E15-A3C5-9CB690F78D97}" srcOrd="1" destOrd="0" presId="urn:microsoft.com/office/officeart/2005/8/layout/hierarchy1"/>
    <dgm:cxn modelId="{DB15B99C-8FD1-4844-97C1-0846A141B8B3}" type="presParOf" srcId="{1254BB7F-6250-4BB5-9B0F-99D5E52DB5BD}" destId="{88E57B1D-3B8E-452B-A3B2-8910A023BF84}" srcOrd="1" destOrd="0" presId="urn:microsoft.com/office/officeart/2005/8/layout/hierarchy1"/>
    <dgm:cxn modelId="{33D80032-A1F5-4206-9DDB-0C39B690FBF4}" type="presParOf" srcId="{7FA3D56F-1B5E-44E5-80FF-A00130B0D7D1}" destId="{BEBB700B-3FE9-449C-95C3-D63F211AB6CF}" srcOrd="4" destOrd="0" presId="urn:microsoft.com/office/officeart/2005/8/layout/hierarchy1"/>
    <dgm:cxn modelId="{FDD42BDE-5584-4FAE-93F7-ED98392B1A1A}" type="presParOf" srcId="{7FA3D56F-1B5E-44E5-80FF-A00130B0D7D1}" destId="{990F3BE8-9A8C-4D50-A98C-8F03B1264D43}" srcOrd="5" destOrd="0" presId="urn:microsoft.com/office/officeart/2005/8/layout/hierarchy1"/>
    <dgm:cxn modelId="{F1337A0D-A2F3-45E2-855F-B5464C651440}" type="presParOf" srcId="{990F3BE8-9A8C-4D50-A98C-8F03B1264D43}" destId="{E0A628D1-CCE9-448B-A675-83F343D60327}" srcOrd="0" destOrd="0" presId="urn:microsoft.com/office/officeart/2005/8/layout/hierarchy1"/>
    <dgm:cxn modelId="{59916952-D2A2-4F86-8D16-DEA4004A5BB8}" type="presParOf" srcId="{E0A628D1-CCE9-448B-A675-83F343D60327}" destId="{36D014DB-C140-49C2-B78E-56F33D934B8D}" srcOrd="0" destOrd="0" presId="urn:microsoft.com/office/officeart/2005/8/layout/hierarchy1"/>
    <dgm:cxn modelId="{AFBCCE8A-6E82-4342-A634-A5814E4B7D81}" type="presParOf" srcId="{E0A628D1-CCE9-448B-A675-83F343D60327}" destId="{8119F279-5ED3-4F5E-842D-A5C51A22A62E}" srcOrd="1" destOrd="0" presId="urn:microsoft.com/office/officeart/2005/8/layout/hierarchy1"/>
    <dgm:cxn modelId="{113DDAD2-907A-4265-9599-C3A6E65503A9}" type="presParOf" srcId="{990F3BE8-9A8C-4D50-A98C-8F03B1264D43}" destId="{E72B00B2-9F8D-4DD8-948A-3915140AB395}" srcOrd="1" destOrd="0" presId="urn:microsoft.com/office/officeart/2005/8/layout/hierarchy1"/>
    <dgm:cxn modelId="{1318B4F6-E20C-4E0B-9B4F-81481A0B6557}" type="presParOf" srcId="{E72B00B2-9F8D-4DD8-948A-3915140AB395}" destId="{5526D8E7-483D-4AFE-8CED-4E048933C633}" srcOrd="0" destOrd="0" presId="urn:microsoft.com/office/officeart/2005/8/layout/hierarchy1"/>
    <dgm:cxn modelId="{282FD0BA-F8F3-4888-91FD-7D0532886E05}" type="presParOf" srcId="{E72B00B2-9F8D-4DD8-948A-3915140AB395}" destId="{9045F918-CA37-4576-A004-0C3B5F1F6DE8}" srcOrd="1" destOrd="0" presId="urn:microsoft.com/office/officeart/2005/8/layout/hierarchy1"/>
    <dgm:cxn modelId="{52FB06EA-6852-4AD9-8ABF-3CB5EECD8091}" type="presParOf" srcId="{9045F918-CA37-4576-A004-0C3B5F1F6DE8}" destId="{68628BCA-BEF3-47CF-9EA8-3D1C0A3536F5}" srcOrd="0" destOrd="0" presId="urn:microsoft.com/office/officeart/2005/8/layout/hierarchy1"/>
    <dgm:cxn modelId="{48B3CD7D-FD25-4F0A-8238-CE18AC1AB8D8}" type="presParOf" srcId="{68628BCA-BEF3-47CF-9EA8-3D1C0A3536F5}" destId="{48D3C490-9F64-4D85-810C-BFB22C04A4F7}" srcOrd="0" destOrd="0" presId="urn:microsoft.com/office/officeart/2005/8/layout/hierarchy1"/>
    <dgm:cxn modelId="{5D9F31E2-EC54-46DC-907F-0C10759967F1}" type="presParOf" srcId="{68628BCA-BEF3-47CF-9EA8-3D1C0A3536F5}" destId="{0B586A73-1C29-4552-80B3-51872360D468}" srcOrd="1" destOrd="0" presId="urn:microsoft.com/office/officeart/2005/8/layout/hierarchy1"/>
    <dgm:cxn modelId="{F9508B83-A0AF-4032-9C20-4912F123497E}" type="presParOf" srcId="{9045F918-CA37-4576-A004-0C3B5F1F6DE8}" destId="{9A2F682A-CD26-4822-96C6-CAF792E302D3}" srcOrd="1" destOrd="0" presId="urn:microsoft.com/office/officeart/2005/8/layout/hierarchy1"/>
    <dgm:cxn modelId="{E7AA9562-2ECB-4A25-82DC-6FA4AE60A7A1}" type="presParOf" srcId="{E72B00B2-9F8D-4DD8-948A-3915140AB395}" destId="{00D6D64E-38CA-454F-9B19-BC4C7E56A776}" srcOrd="2" destOrd="0" presId="urn:microsoft.com/office/officeart/2005/8/layout/hierarchy1"/>
    <dgm:cxn modelId="{AA620BB3-6BCD-4E3E-9D8E-3AFDE59B3BD8}" type="presParOf" srcId="{E72B00B2-9F8D-4DD8-948A-3915140AB395}" destId="{6B4FA266-0517-4B9B-BC30-4BC47A418866}" srcOrd="3" destOrd="0" presId="urn:microsoft.com/office/officeart/2005/8/layout/hierarchy1"/>
    <dgm:cxn modelId="{61D7161B-C9EC-4D32-A213-9AA28D7E07ED}" type="presParOf" srcId="{6B4FA266-0517-4B9B-BC30-4BC47A418866}" destId="{EF87B150-33D2-4EE0-99F9-68AE3DD959D4}" srcOrd="0" destOrd="0" presId="urn:microsoft.com/office/officeart/2005/8/layout/hierarchy1"/>
    <dgm:cxn modelId="{29E14D06-B006-4606-ACB8-FE001BE0BA43}" type="presParOf" srcId="{EF87B150-33D2-4EE0-99F9-68AE3DD959D4}" destId="{3A71B769-A757-4FF6-8C3E-3A991180AAC7}" srcOrd="0" destOrd="0" presId="urn:microsoft.com/office/officeart/2005/8/layout/hierarchy1"/>
    <dgm:cxn modelId="{3DD20ACC-9FBC-469C-A68F-2BB438EAB3B8}" type="presParOf" srcId="{EF87B150-33D2-4EE0-99F9-68AE3DD959D4}" destId="{1AFEEC91-4501-4CB8-96F7-9320FB9CE2E8}" srcOrd="1" destOrd="0" presId="urn:microsoft.com/office/officeart/2005/8/layout/hierarchy1"/>
    <dgm:cxn modelId="{9BB6FC1A-789E-4FCF-99B7-792751D07FB3}" type="presParOf" srcId="{6B4FA266-0517-4B9B-BC30-4BC47A418866}" destId="{43BE0DDC-D65D-44BD-B9E0-CF91D9D76626}" srcOrd="1" destOrd="0" presId="urn:microsoft.com/office/officeart/2005/8/layout/hierarchy1"/>
    <dgm:cxn modelId="{7D651B10-5666-4B00-A88C-F55DAB297642}" type="presParOf" srcId="{7FA3D56F-1B5E-44E5-80FF-A00130B0D7D1}" destId="{D463DAF9-E766-4D5B-A103-B1D7F9E580D4}" srcOrd="6" destOrd="0" presId="urn:microsoft.com/office/officeart/2005/8/layout/hierarchy1"/>
    <dgm:cxn modelId="{2DB88EF5-004C-4CD1-95EC-D21FA877478D}" type="presParOf" srcId="{7FA3D56F-1B5E-44E5-80FF-A00130B0D7D1}" destId="{F6039E0F-467E-4ABF-B61E-1FD09BA83CB0}" srcOrd="7" destOrd="0" presId="urn:microsoft.com/office/officeart/2005/8/layout/hierarchy1"/>
    <dgm:cxn modelId="{27BAE535-F035-47FB-A4AE-6845EFDF640C}" type="presParOf" srcId="{F6039E0F-467E-4ABF-B61E-1FD09BA83CB0}" destId="{04980E63-85B9-45E1-831E-4F1F6B725DA9}" srcOrd="0" destOrd="0" presId="urn:microsoft.com/office/officeart/2005/8/layout/hierarchy1"/>
    <dgm:cxn modelId="{3BBEB57A-1964-4125-9376-0019F98F2811}" type="presParOf" srcId="{04980E63-85B9-45E1-831E-4F1F6B725DA9}" destId="{F360C71E-D3EB-427C-9E1E-3C6F5437E030}" srcOrd="0" destOrd="0" presId="urn:microsoft.com/office/officeart/2005/8/layout/hierarchy1"/>
    <dgm:cxn modelId="{F3F5513E-7C95-4816-8347-C064DC29E822}" type="presParOf" srcId="{04980E63-85B9-45E1-831E-4F1F6B725DA9}" destId="{EA542338-1D80-4709-9CF1-C5C401DC88B4}" srcOrd="1" destOrd="0" presId="urn:microsoft.com/office/officeart/2005/8/layout/hierarchy1"/>
    <dgm:cxn modelId="{E8069695-68E4-46F7-9046-EA1426453309}" type="presParOf" srcId="{F6039E0F-467E-4ABF-B61E-1FD09BA83CB0}" destId="{C4201AF7-185B-46E3-AB35-337F10C5CEDC}" srcOrd="1" destOrd="0" presId="urn:microsoft.com/office/officeart/2005/8/layout/hierarchy1"/>
    <dgm:cxn modelId="{CE0ABC69-B1F4-435B-9356-373157E03924}" type="presParOf" srcId="{C4201AF7-185B-46E3-AB35-337F10C5CEDC}" destId="{C489CD10-A5FE-40D7-A743-3E8EB53FF55E}" srcOrd="0" destOrd="0" presId="urn:microsoft.com/office/officeart/2005/8/layout/hierarchy1"/>
    <dgm:cxn modelId="{72CE00B7-638F-427F-9C12-F1F6E8E9810C}" type="presParOf" srcId="{C4201AF7-185B-46E3-AB35-337F10C5CEDC}" destId="{18D26A5D-81CA-4A55-8DBC-8AA54448ACDB}" srcOrd="1" destOrd="0" presId="urn:microsoft.com/office/officeart/2005/8/layout/hierarchy1"/>
    <dgm:cxn modelId="{2695BF32-5173-4CBA-91AE-5A4F35A31D5A}" type="presParOf" srcId="{18D26A5D-81CA-4A55-8DBC-8AA54448ACDB}" destId="{13FB3FF4-2B80-4226-A58D-08B92B6212D5}" srcOrd="0" destOrd="0" presId="urn:microsoft.com/office/officeart/2005/8/layout/hierarchy1"/>
    <dgm:cxn modelId="{A395AE8B-B52B-442A-AEF0-65FD2684B193}" type="presParOf" srcId="{13FB3FF4-2B80-4226-A58D-08B92B6212D5}" destId="{4A051D34-DDDC-4FD3-8309-51C74DBB85A5}" srcOrd="0" destOrd="0" presId="urn:microsoft.com/office/officeart/2005/8/layout/hierarchy1"/>
    <dgm:cxn modelId="{93AECCE1-8098-4476-96DA-53216B8C0A25}" type="presParOf" srcId="{13FB3FF4-2B80-4226-A58D-08B92B6212D5}" destId="{21A89AC8-4ABA-4963-9660-15ACD14F6DDE}" srcOrd="1" destOrd="0" presId="urn:microsoft.com/office/officeart/2005/8/layout/hierarchy1"/>
    <dgm:cxn modelId="{976905EA-9563-4EED-8542-D3865BECD513}" type="presParOf" srcId="{18D26A5D-81CA-4A55-8DBC-8AA54448ACDB}" destId="{0F3CAFB5-8594-4FE2-AB91-BCAA61A8ABFF}" srcOrd="1" destOrd="0" presId="urn:microsoft.com/office/officeart/2005/8/layout/hierarchy1"/>
    <dgm:cxn modelId="{9F0440DB-0353-4B61-A2B3-AA5477A32B5E}" type="presParOf" srcId="{C4201AF7-185B-46E3-AB35-337F10C5CEDC}" destId="{8A50D8FB-C673-40D7-BBCA-DFE70901A007}" srcOrd="2" destOrd="0" presId="urn:microsoft.com/office/officeart/2005/8/layout/hierarchy1"/>
    <dgm:cxn modelId="{B9810AF5-7029-4B4A-B6CF-9E3DBD32A5CE}" type="presParOf" srcId="{C4201AF7-185B-46E3-AB35-337F10C5CEDC}" destId="{3365375C-2F96-4FA7-8E8F-CD5016BD344F}" srcOrd="3" destOrd="0" presId="urn:microsoft.com/office/officeart/2005/8/layout/hierarchy1"/>
    <dgm:cxn modelId="{0B787584-DB56-48C6-B578-13568AB971E5}" type="presParOf" srcId="{3365375C-2F96-4FA7-8E8F-CD5016BD344F}" destId="{2625676C-57CC-47EA-B3CB-98867211F074}" srcOrd="0" destOrd="0" presId="urn:microsoft.com/office/officeart/2005/8/layout/hierarchy1"/>
    <dgm:cxn modelId="{FB85DA59-F139-4C08-8532-65B9C502D8F3}" type="presParOf" srcId="{2625676C-57CC-47EA-B3CB-98867211F074}" destId="{0B2EB826-4D68-47FF-BE16-200A2F77835E}" srcOrd="0" destOrd="0" presId="urn:microsoft.com/office/officeart/2005/8/layout/hierarchy1"/>
    <dgm:cxn modelId="{4C4164FF-1D19-4BF5-86C2-077D454D16C7}" type="presParOf" srcId="{2625676C-57CC-47EA-B3CB-98867211F074}" destId="{17F12229-655E-4C38-91E1-3C240F681493}" srcOrd="1" destOrd="0" presId="urn:microsoft.com/office/officeart/2005/8/layout/hierarchy1"/>
    <dgm:cxn modelId="{E3B0D87D-1723-4FAC-BEEC-C3D636FD9692}" type="presParOf" srcId="{3365375C-2F96-4FA7-8E8F-CD5016BD344F}" destId="{DF4663B4-F8CA-46C1-BE61-BE2F78AFE6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C97A14-8D62-48CE-B2B7-F26E4E105C2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PT"/>
        </a:p>
      </dgm:t>
    </dgm:pt>
    <dgm:pt modelId="{E3A7F170-2B7E-461A-AC6E-AD3B8ED80670}">
      <dgm:prSet phldrT="[Texto]"/>
      <dgm:spPr/>
      <dgm:t>
        <a:bodyPr/>
        <a:lstStyle/>
        <a:p>
          <a:pPr algn="ctr"/>
          <a:r>
            <a:rPr lang="pt-PT" dirty="0" smtClean="0"/>
            <a:t>Asa</a:t>
          </a:r>
          <a:endParaRPr lang="pt-PT" dirty="0"/>
        </a:p>
      </dgm:t>
    </dgm:pt>
    <dgm:pt modelId="{64882A76-7FBC-483A-A2F0-339A5DFC2A9F}" type="parTrans" cxnId="{E84AB218-1A99-4C37-833D-EECBAECAF88D}">
      <dgm:prSet/>
      <dgm:spPr/>
      <dgm:t>
        <a:bodyPr/>
        <a:lstStyle/>
        <a:p>
          <a:endParaRPr lang="pt-PT"/>
        </a:p>
      </dgm:t>
    </dgm:pt>
    <dgm:pt modelId="{C929EDA3-9B7F-44A9-B3D4-9FE813738133}" type="sibTrans" cxnId="{E84AB218-1A99-4C37-833D-EECBAECAF88D}">
      <dgm:prSet/>
      <dgm:spPr/>
      <dgm:t>
        <a:bodyPr/>
        <a:lstStyle/>
        <a:p>
          <a:endParaRPr lang="pt-PT"/>
        </a:p>
      </dgm:t>
    </dgm:pt>
    <dgm:pt modelId="{EF7B3A38-FA5D-47FB-8EB5-28CE09F9685B}">
      <dgm:prSet phldrT="[Texto]"/>
      <dgm:spPr/>
      <dgm:t>
        <a:bodyPr/>
        <a:lstStyle/>
        <a:p>
          <a:pPr algn="ctr"/>
          <a:r>
            <a:rPr lang="pt-PT" dirty="0" smtClean="0"/>
            <a:t>Fuselagem</a:t>
          </a:r>
          <a:endParaRPr lang="pt-PT" dirty="0"/>
        </a:p>
      </dgm:t>
    </dgm:pt>
    <dgm:pt modelId="{124090F4-731A-4C82-8B56-307905321105}" type="parTrans" cxnId="{BD4C7DE8-3BC4-4E70-8232-CEE53B5A423D}">
      <dgm:prSet/>
      <dgm:spPr/>
      <dgm:t>
        <a:bodyPr/>
        <a:lstStyle/>
        <a:p>
          <a:endParaRPr lang="pt-PT"/>
        </a:p>
      </dgm:t>
    </dgm:pt>
    <dgm:pt modelId="{638A88F7-04BD-424C-B68B-F9C87AF7C5EE}" type="sibTrans" cxnId="{BD4C7DE8-3BC4-4E70-8232-CEE53B5A423D}">
      <dgm:prSet/>
      <dgm:spPr/>
      <dgm:t>
        <a:bodyPr/>
        <a:lstStyle/>
        <a:p>
          <a:endParaRPr lang="pt-PT"/>
        </a:p>
      </dgm:t>
    </dgm:pt>
    <dgm:pt modelId="{B561B083-1216-44F0-8DD9-A67F9C2573DD}">
      <dgm:prSet phldrT="[Texto]"/>
      <dgm:spPr/>
      <dgm:t>
        <a:bodyPr/>
        <a:lstStyle/>
        <a:p>
          <a:pPr algn="ctr"/>
          <a:r>
            <a:rPr lang="pt-PT" dirty="0" smtClean="0"/>
            <a:t>Estabilizadores</a:t>
          </a:r>
          <a:endParaRPr lang="pt-PT" dirty="0"/>
        </a:p>
      </dgm:t>
    </dgm:pt>
    <dgm:pt modelId="{A927DDAF-73BB-4231-A442-0BBE0E3B9789}" type="parTrans" cxnId="{A5FB3A16-47E2-4DEB-B41C-B29C25D2B2FF}">
      <dgm:prSet/>
      <dgm:spPr/>
      <dgm:t>
        <a:bodyPr/>
        <a:lstStyle/>
        <a:p>
          <a:endParaRPr lang="pt-PT"/>
        </a:p>
      </dgm:t>
    </dgm:pt>
    <dgm:pt modelId="{00C90E20-8E26-4A3A-B40F-4B526F21497A}" type="sibTrans" cxnId="{A5FB3A16-47E2-4DEB-B41C-B29C25D2B2FF}">
      <dgm:prSet/>
      <dgm:spPr/>
      <dgm:t>
        <a:bodyPr/>
        <a:lstStyle/>
        <a:p>
          <a:endParaRPr lang="pt-PT"/>
        </a:p>
      </dgm:t>
    </dgm:pt>
    <dgm:pt modelId="{E990E363-E281-41DD-ACAD-5D57F1A10652}">
      <dgm:prSet/>
      <dgm:spPr/>
      <dgm:t>
        <a:bodyPr/>
        <a:lstStyle/>
        <a:p>
          <a:pPr algn="ctr"/>
          <a:r>
            <a:rPr lang="pt-PT" dirty="0" err="1" smtClean="0"/>
            <a:t>Isopor</a:t>
          </a:r>
          <a:r>
            <a:rPr lang="pt-PT" dirty="0" smtClean="0"/>
            <a:t>, com 40cm de envergadura</a:t>
          </a:r>
          <a:endParaRPr lang="pt-PT" dirty="0"/>
        </a:p>
      </dgm:t>
    </dgm:pt>
    <dgm:pt modelId="{71861910-7F68-4E58-A44A-B000A56BEBDC}" type="parTrans" cxnId="{C07559E5-3EC8-4A9B-BC43-007A0BDAD1D3}">
      <dgm:prSet/>
      <dgm:spPr/>
      <dgm:t>
        <a:bodyPr/>
        <a:lstStyle/>
        <a:p>
          <a:endParaRPr lang="pt-PT"/>
        </a:p>
      </dgm:t>
    </dgm:pt>
    <dgm:pt modelId="{8270FA72-6F7C-4DFB-AD66-B6A88594AE41}" type="sibTrans" cxnId="{C07559E5-3EC8-4A9B-BC43-007A0BDAD1D3}">
      <dgm:prSet/>
      <dgm:spPr/>
      <dgm:t>
        <a:bodyPr/>
        <a:lstStyle/>
        <a:p>
          <a:endParaRPr lang="pt-PT"/>
        </a:p>
      </dgm:t>
    </dgm:pt>
    <dgm:pt modelId="{CBD9C9DA-2406-40C3-8AF3-4809F8A53591}">
      <dgm:prSet/>
      <dgm:spPr/>
      <dgm:t>
        <a:bodyPr/>
        <a:lstStyle/>
        <a:p>
          <a:pPr algn="ctr"/>
          <a:r>
            <a:rPr lang="pt-PT" dirty="0" smtClean="0"/>
            <a:t>Madeira, com 30cm de comprimento</a:t>
          </a:r>
          <a:endParaRPr lang="pt-PT" dirty="0"/>
        </a:p>
      </dgm:t>
    </dgm:pt>
    <dgm:pt modelId="{90FBE671-9883-4260-AA77-546BCA22DB27}" type="parTrans" cxnId="{4A26DD36-B199-41D6-8442-16CB343AC537}">
      <dgm:prSet/>
      <dgm:spPr/>
      <dgm:t>
        <a:bodyPr/>
        <a:lstStyle/>
        <a:p>
          <a:endParaRPr lang="pt-PT"/>
        </a:p>
      </dgm:t>
    </dgm:pt>
    <dgm:pt modelId="{687157A1-F620-4F13-9910-1BC610B3CBC0}" type="sibTrans" cxnId="{4A26DD36-B199-41D6-8442-16CB343AC537}">
      <dgm:prSet/>
      <dgm:spPr/>
      <dgm:t>
        <a:bodyPr/>
        <a:lstStyle/>
        <a:p>
          <a:endParaRPr lang="pt-PT"/>
        </a:p>
      </dgm:t>
    </dgm:pt>
    <dgm:pt modelId="{9A4E6646-2D15-4818-BF0C-A9E4A14729A4}">
      <dgm:prSet/>
      <dgm:spPr/>
      <dgm:t>
        <a:bodyPr/>
        <a:lstStyle/>
        <a:p>
          <a:pPr algn="ctr"/>
          <a:r>
            <a:rPr lang="pt-PT" u="none" dirty="0" smtClean="0"/>
            <a:t>Vertical</a:t>
          </a:r>
          <a:r>
            <a:rPr lang="pt-PT" dirty="0" smtClean="0"/>
            <a:t>, com 8cm de altura, corda de 2,7cm e área de 21cm²</a:t>
          </a:r>
          <a:endParaRPr lang="pt-PT" dirty="0"/>
        </a:p>
      </dgm:t>
    </dgm:pt>
    <dgm:pt modelId="{0711C4D2-2BF5-464F-B8D0-A7A14C190250}" type="parTrans" cxnId="{3A4CF4C0-4596-4DF9-8939-70595773F5D9}">
      <dgm:prSet/>
      <dgm:spPr/>
      <dgm:t>
        <a:bodyPr/>
        <a:lstStyle/>
        <a:p>
          <a:endParaRPr lang="pt-PT"/>
        </a:p>
      </dgm:t>
    </dgm:pt>
    <dgm:pt modelId="{0AC30DC1-18C7-4C1F-8152-65C849B5BC64}" type="sibTrans" cxnId="{3A4CF4C0-4596-4DF9-8939-70595773F5D9}">
      <dgm:prSet/>
      <dgm:spPr/>
      <dgm:t>
        <a:bodyPr/>
        <a:lstStyle/>
        <a:p>
          <a:endParaRPr lang="pt-PT"/>
        </a:p>
      </dgm:t>
    </dgm:pt>
    <dgm:pt modelId="{EC73641D-59DE-4851-BE37-506C9BAFA4C3}">
      <dgm:prSet/>
      <dgm:spPr/>
      <dgm:t>
        <a:bodyPr/>
        <a:lstStyle/>
        <a:p>
          <a:pPr algn="ctr"/>
          <a:r>
            <a:rPr lang="pt-PT" dirty="0" smtClean="0"/>
            <a:t>Horizontal, com 16cm de envergadura e corda de 2,7cm</a:t>
          </a:r>
          <a:endParaRPr lang="pt-PT" dirty="0"/>
        </a:p>
      </dgm:t>
    </dgm:pt>
    <dgm:pt modelId="{3CDA4A82-E279-4C85-B2A9-413AE79871CA}" type="parTrans" cxnId="{0DCD13DF-EBFC-41E5-982A-1C35A04D3F7D}">
      <dgm:prSet/>
      <dgm:spPr/>
      <dgm:t>
        <a:bodyPr/>
        <a:lstStyle/>
        <a:p>
          <a:endParaRPr lang="pt-PT"/>
        </a:p>
      </dgm:t>
    </dgm:pt>
    <dgm:pt modelId="{9609287C-AAAB-49F7-B13B-DD70821A190B}" type="sibTrans" cxnId="{0DCD13DF-EBFC-41E5-982A-1C35A04D3F7D}">
      <dgm:prSet/>
      <dgm:spPr/>
      <dgm:t>
        <a:bodyPr/>
        <a:lstStyle/>
        <a:p>
          <a:endParaRPr lang="pt-PT"/>
        </a:p>
      </dgm:t>
    </dgm:pt>
    <dgm:pt modelId="{AEDD38F9-654E-4F82-BF57-F51E84D78DB8}">
      <dgm:prSet/>
      <dgm:spPr/>
      <dgm:t>
        <a:bodyPr/>
        <a:lstStyle/>
        <a:p>
          <a:pPr algn="ctr"/>
          <a:r>
            <a:rPr lang="pt-PT" dirty="0" smtClean="0"/>
            <a:t>Motor Elástico</a:t>
          </a:r>
          <a:endParaRPr lang="pt-PT" dirty="0"/>
        </a:p>
      </dgm:t>
    </dgm:pt>
    <dgm:pt modelId="{260AC0DE-5451-4D4B-BE00-2560740AE86A}" type="parTrans" cxnId="{B6FDDB80-886C-4332-9183-46B5B62E1397}">
      <dgm:prSet/>
      <dgm:spPr/>
      <dgm:t>
        <a:bodyPr/>
        <a:lstStyle/>
        <a:p>
          <a:endParaRPr lang="pt-PT"/>
        </a:p>
      </dgm:t>
    </dgm:pt>
    <dgm:pt modelId="{3329A535-36FA-493B-A508-DCA385C1C5EC}" type="sibTrans" cxnId="{B6FDDB80-886C-4332-9183-46B5B62E1397}">
      <dgm:prSet/>
      <dgm:spPr/>
      <dgm:t>
        <a:bodyPr/>
        <a:lstStyle/>
        <a:p>
          <a:endParaRPr lang="pt-PT"/>
        </a:p>
      </dgm:t>
    </dgm:pt>
    <dgm:pt modelId="{9FC689DC-3E07-46C7-BCFB-186C89C347BD}">
      <dgm:prSet/>
      <dgm:spPr/>
      <dgm:t>
        <a:bodyPr/>
        <a:lstStyle/>
        <a:p>
          <a:pPr algn="ctr"/>
          <a:r>
            <a:rPr lang="pt-PT" dirty="0" smtClean="0"/>
            <a:t>Elástico de latex</a:t>
          </a:r>
          <a:endParaRPr lang="pt-PT" dirty="0"/>
        </a:p>
      </dgm:t>
    </dgm:pt>
    <dgm:pt modelId="{3FACA0D5-5481-41DB-8C73-F33581AB123A}" type="parTrans" cxnId="{8A86A266-C6C8-41B1-9D26-907F9B07AB11}">
      <dgm:prSet/>
      <dgm:spPr/>
      <dgm:t>
        <a:bodyPr/>
        <a:lstStyle/>
        <a:p>
          <a:endParaRPr lang="pt-PT"/>
        </a:p>
      </dgm:t>
    </dgm:pt>
    <dgm:pt modelId="{E620B513-D8D3-4AC3-A2DA-EDBCCE7679C9}" type="sibTrans" cxnId="{8A86A266-C6C8-41B1-9D26-907F9B07AB11}">
      <dgm:prSet/>
      <dgm:spPr/>
      <dgm:t>
        <a:bodyPr/>
        <a:lstStyle/>
        <a:p>
          <a:endParaRPr lang="pt-PT"/>
        </a:p>
      </dgm:t>
    </dgm:pt>
    <dgm:pt modelId="{C001E8EC-2480-4EEA-8480-354F764A1D45}">
      <dgm:prSet/>
      <dgm:spPr/>
      <dgm:t>
        <a:bodyPr/>
        <a:lstStyle/>
        <a:p>
          <a:pPr algn="ctr"/>
          <a:r>
            <a:rPr lang="pt-PT" dirty="0" smtClean="0"/>
            <a:t>Hélice</a:t>
          </a:r>
          <a:endParaRPr lang="pt-PT" dirty="0"/>
        </a:p>
      </dgm:t>
    </dgm:pt>
    <dgm:pt modelId="{965DC3F8-11A9-4982-9AB4-B6E280146C66}" type="parTrans" cxnId="{66219EA4-7D04-4C9F-B8FF-220D062AAD33}">
      <dgm:prSet/>
      <dgm:spPr/>
      <dgm:t>
        <a:bodyPr/>
        <a:lstStyle/>
        <a:p>
          <a:endParaRPr lang="pt-PT"/>
        </a:p>
      </dgm:t>
    </dgm:pt>
    <dgm:pt modelId="{C4203208-323F-40A0-8F3D-68A741549BE6}" type="sibTrans" cxnId="{66219EA4-7D04-4C9F-B8FF-220D062AAD33}">
      <dgm:prSet/>
      <dgm:spPr/>
      <dgm:t>
        <a:bodyPr/>
        <a:lstStyle/>
        <a:p>
          <a:endParaRPr lang="pt-PT"/>
        </a:p>
      </dgm:t>
    </dgm:pt>
    <dgm:pt modelId="{B206D511-81D8-4359-861A-E2D2F375ECC5}">
      <dgm:prSet/>
      <dgm:spPr/>
      <dgm:t>
        <a:bodyPr/>
        <a:lstStyle/>
        <a:p>
          <a:pPr algn="ctr"/>
          <a:r>
            <a:rPr lang="pt-PT" dirty="0" smtClean="0"/>
            <a:t>Plástico (Polipropileno PP), aproximadamente 15cm</a:t>
          </a:r>
          <a:endParaRPr lang="pt-PT" dirty="0"/>
        </a:p>
      </dgm:t>
    </dgm:pt>
    <dgm:pt modelId="{D184209F-531C-49D3-9D16-A3767B5FFB65}" type="parTrans" cxnId="{54E6F442-2825-43F0-87B9-0023829772DC}">
      <dgm:prSet/>
      <dgm:spPr/>
      <dgm:t>
        <a:bodyPr/>
        <a:lstStyle/>
        <a:p>
          <a:endParaRPr lang="pt-PT"/>
        </a:p>
      </dgm:t>
    </dgm:pt>
    <dgm:pt modelId="{08408315-13A3-4E4D-841B-D93C2F2B3ECE}" type="sibTrans" cxnId="{54E6F442-2825-43F0-87B9-0023829772DC}">
      <dgm:prSet/>
      <dgm:spPr/>
      <dgm:t>
        <a:bodyPr/>
        <a:lstStyle/>
        <a:p>
          <a:endParaRPr lang="pt-PT"/>
        </a:p>
      </dgm:t>
    </dgm:pt>
    <dgm:pt modelId="{F4FC0AEF-A1C1-4A6E-BAB1-DC4DD07A4726}" type="pres">
      <dgm:prSet presAssocID="{46C97A14-8D62-48CE-B2B7-F26E4E105C2F}" presName="linear" presStyleCnt="0">
        <dgm:presLayoutVars>
          <dgm:dir/>
          <dgm:animLvl val="lvl"/>
          <dgm:resizeHandles val="exact"/>
        </dgm:presLayoutVars>
      </dgm:prSet>
      <dgm:spPr/>
    </dgm:pt>
    <dgm:pt modelId="{5A5F2E5F-8467-4D01-A089-478CE7EF98BB}" type="pres">
      <dgm:prSet presAssocID="{E3A7F170-2B7E-461A-AC6E-AD3B8ED80670}" presName="parentLin" presStyleCnt="0"/>
      <dgm:spPr/>
    </dgm:pt>
    <dgm:pt modelId="{0686158C-9B00-4F6A-9B43-DA1373152557}" type="pres">
      <dgm:prSet presAssocID="{E3A7F170-2B7E-461A-AC6E-AD3B8ED80670}" presName="parentLeftMargin" presStyleLbl="node1" presStyleIdx="0" presStyleCnt="5"/>
      <dgm:spPr/>
    </dgm:pt>
    <dgm:pt modelId="{C217C48B-BC17-416F-B1F0-BB7A758F71AB}" type="pres">
      <dgm:prSet presAssocID="{E3A7F170-2B7E-461A-AC6E-AD3B8ED806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6B638F6-28AE-4A02-8EBB-35E30351FC6E}" type="pres">
      <dgm:prSet presAssocID="{E3A7F170-2B7E-461A-AC6E-AD3B8ED80670}" presName="negativeSpace" presStyleCnt="0"/>
      <dgm:spPr/>
    </dgm:pt>
    <dgm:pt modelId="{37E5AE2F-83B1-4825-B543-84D4E07F8F3C}" type="pres">
      <dgm:prSet presAssocID="{E3A7F170-2B7E-461A-AC6E-AD3B8ED80670}" presName="childText" presStyleLbl="conFgAcc1" presStyleIdx="0" presStyleCnt="5">
        <dgm:presLayoutVars>
          <dgm:bulletEnabled val="1"/>
        </dgm:presLayoutVars>
      </dgm:prSet>
      <dgm:spPr/>
    </dgm:pt>
    <dgm:pt modelId="{B3FD4F94-F348-4DCE-A847-1273FE7D6F27}" type="pres">
      <dgm:prSet presAssocID="{C929EDA3-9B7F-44A9-B3D4-9FE813738133}" presName="spaceBetweenRectangles" presStyleCnt="0"/>
      <dgm:spPr/>
    </dgm:pt>
    <dgm:pt modelId="{660B4652-730A-4337-A239-C760F8824CAA}" type="pres">
      <dgm:prSet presAssocID="{EF7B3A38-FA5D-47FB-8EB5-28CE09F9685B}" presName="parentLin" presStyleCnt="0"/>
      <dgm:spPr/>
    </dgm:pt>
    <dgm:pt modelId="{CEFF0E1A-7BF1-4AAE-9D75-81E8E78D4FE7}" type="pres">
      <dgm:prSet presAssocID="{EF7B3A38-FA5D-47FB-8EB5-28CE09F9685B}" presName="parentLeftMargin" presStyleLbl="node1" presStyleIdx="0" presStyleCnt="5"/>
      <dgm:spPr/>
    </dgm:pt>
    <dgm:pt modelId="{32ACB67F-C22A-46D8-BEA0-F7A7257D8664}" type="pres">
      <dgm:prSet presAssocID="{EF7B3A38-FA5D-47FB-8EB5-28CE09F968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1CA989-CD95-4F46-8F3B-49AE1E3375F4}" type="pres">
      <dgm:prSet presAssocID="{EF7B3A38-FA5D-47FB-8EB5-28CE09F9685B}" presName="negativeSpace" presStyleCnt="0"/>
      <dgm:spPr/>
    </dgm:pt>
    <dgm:pt modelId="{9ECD7C69-E380-4121-BA2C-D3B444E9C65D}" type="pres">
      <dgm:prSet presAssocID="{EF7B3A38-FA5D-47FB-8EB5-28CE09F9685B}" presName="childText" presStyleLbl="conFgAcc1" presStyleIdx="1" presStyleCnt="5">
        <dgm:presLayoutVars>
          <dgm:bulletEnabled val="1"/>
        </dgm:presLayoutVars>
      </dgm:prSet>
      <dgm:spPr/>
    </dgm:pt>
    <dgm:pt modelId="{23B2BC8F-DCF7-4DCB-A3E6-5AD0F521EB4B}" type="pres">
      <dgm:prSet presAssocID="{638A88F7-04BD-424C-B68B-F9C87AF7C5EE}" presName="spaceBetweenRectangles" presStyleCnt="0"/>
      <dgm:spPr/>
    </dgm:pt>
    <dgm:pt modelId="{02C1BC1B-1E06-451B-B73D-18994F9D3332}" type="pres">
      <dgm:prSet presAssocID="{B561B083-1216-44F0-8DD9-A67F9C2573DD}" presName="parentLin" presStyleCnt="0"/>
      <dgm:spPr/>
    </dgm:pt>
    <dgm:pt modelId="{387F0F03-3736-40B8-BBDD-1712BF05B4E3}" type="pres">
      <dgm:prSet presAssocID="{B561B083-1216-44F0-8DD9-A67F9C2573DD}" presName="parentLeftMargin" presStyleLbl="node1" presStyleIdx="1" presStyleCnt="5"/>
      <dgm:spPr/>
    </dgm:pt>
    <dgm:pt modelId="{EEF7B468-45F9-4D70-89E6-AC07B76512B0}" type="pres">
      <dgm:prSet presAssocID="{B561B083-1216-44F0-8DD9-A67F9C2573D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5E20599-42CF-406E-8D65-DD4D29C32A96}" type="pres">
      <dgm:prSet presAssocID="{B561B083-1216-44F0-8DD9-A67F9C2573DD}" presName="negativeSpace" presStyleCnt="0"/>
      <dgm:spPr/>
    </dgm:pt>
    <dgm:pt modelId="{6489F18B-B340-4BE5-9C3F-983D95114C5C}" type="pres">
      <dgm:prSet presAssocID="{B561B083-1216-44F0-8DD9-A67F9C2573DD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0C1762E6-7263-4D94-B7C6-A95345965654}" type="pres">
      <dgm:prSet presAssocID="{00C90E20-8E26-4A3A-B40F-4B526F21497A}" presName="spaceBetweenRectangles" presStyleCnt="0"/>
      <dgm:spPr/>
    </dgm:pt>
    <dgm:pt modelId="{BD02B7EA-BFDB-4611-8280-686B474A9B22}" type="pres">
      <dgm:prSet presAssocID="{AEDD38F9-654E-4F82-BF57-F51E84D78DB8}" presName="parentLin" presStyleCnt="0"/>
      <dgm:spPr/>
    </dgm:pt>
    <dgm:pt modelId="{72373CEA-2B80-4EC6-94BE-692834025A86}" type="pres">
      <dgm:prSet presAssocID="{AEDD38F9-654E-4F82-BF57-F51E84D78DB8}" presName="parentLeftMargin" presStyleLbl="node1" presStyleIdx="2" presStyleCnt="5"/>
      <dgm:spPr/>
    </dgm:pt>
    <dgm:pt modelId="{D141E7CA-C498-48D6-887E-DAE420C837A4}" type="pres">
      <dgm:prSet presAssocID="{AEDD38F9-654E-4F82-BF57-F51E84D78DB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998A4DF-1B4C-4EAA-BAD7-FA180D3B0EED}" type="pres">
      <dgm:prSet presAssocID="{AEDD38F9-654E-4F82-BF57-F51E84D78DB8}" presName="negativeSpace" presStyleCnt="0"/>
      <dgm:spPr/>
    </dgm:pt>
    <dgm:pt modelId="{CC1A34F2-CCB6-4EC5-B754-EFD5D61E40C6}" type="pres">
      <dgm:prSet presAssocID="{AEDD38F9-654E-4F82-BF57-F51E84D78DB8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C3517DED-608F-445C-8C47-32F731D28002}" type="pres">
      <dgm:prSet presAssocID="{3329A535-36FA-493B-A508-DCA385C1C5EC}" presName="spaceBetweenRectangles" presStyleCnt="0"/>
      <dgm:spPr/>
    </dgm:pt>
    <dgm:pt modelId="{4B82766C-CA4D-4459-B121-D6307EBF311C}" type="pres">
      <dgm:prSet presAssocID="{C001E8EC-2480-4EEA-8480-354F764A1D45}" presName="parentLin" presStyleCnt="0"/>
      <dgm:spPr/>
    </dgm:pt>
    <dgm:pt modelId="{6822B487-D579-4C02-B142-F208595B4980}" type="pres">
      <dgm:prSet presAssocID="{C001E8EC-2480-4EEA-8480-354F764A1D45}" presName="parentLeftMargin" presStyleLbl="node1" presStyleIdx="3" presStyleCnt="5"/>
      <dgm:spPr/>
    </dgm:pt>
    <dgm:pt modelId="{E659361C-AD56-46A3-B2DE-D01CD233A251}" type="pres">
      <dgm:prSet presAssocID="{C001E8EC-2480-4EEA-8480-354F764A1D4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A7D90698-9912-43CA-AC35-CD0AD1DF4A1D}" type="pres">
      <dgm:prSet presAssocID="{C001E8EC-2480-4EEA-8480-354F764A1D45}" presName="negativeSpace" presStyleCnt="0"/>
      <dgm:spPr/>
    </dgm:pt>
    <dgm:pt modelId="{1C6D6FAC-7FEC-4087-BC59-8749359BABD2}" type="pres">
      <dgm:prSet presAssocID="{C001E8EC-2480-4EEA-8480-354F764A1D45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94376B2C-FFDC-4400-8910-887BAFDE5DA4}" type="presOf" srcId="{C001E8EC-2480-4EEA-8480-354F764A1D45}" destId="{6822B487-D579-4C02-B142-F208595B4980}" srcOrd="0" destOrd="0" presId="urn:microsoft.com/office/officeart/2005/8/layout/list1"/>
    <dgm:cxn modelId="{493FB44C-F94C-42A9-B04D-D2C1374F3618}" type="presOf" srcId="{B206D511-81D8-4359-861A-E2D2F375ECC5}" destId="{1C6D6FAC-7FEC-4087-BC59-8749359BABD2}" srcOrd="0" destOrd="0" presId="urn:microsoft.com/office/officeart/2005/8/layout/list1"/>
    <dgm:cxn modelId="{0ABBEF8B-48DD-46E8-AAC4-D58798B542A7}" type="presOf" srcId="{AEDD38F9-654E-4F82-BF57-F51E84D78DB8}" destId="{72373CEA-2B80-4EC6-94BE-692834025A86}" srcOrd="0" destOrd="0" presId="urn:microsoft.com/office/officeart/2005/8/layout/list1"/>
    <dgm:cxn modelId="{B14E3FB8-9B5F-4767-9767-60676FA38F0A}" type="presOf" srcId="{46C97A14-8D62-48CE-B2B7-F26E4E105C2F}" destId="{F4FC0AEF-A1C1-4A6E-BAB1-DC4DD07A4726}" srcOrd="0" destOrd="0" presId="urn:microsoft.com/office/officeart/2005/8/layout/list1"/>
    <dgm:cxn modelId="{F459648C-AB8D-4193-8004-6B038318EAD8}" type="presOf" srcId="{CBD9C9DA-2406-40C3-8AF3-4809F8A53591}" destId="{9ECD7C69-E380-4121-BA2C-D3B444E9C65D}" srcOrd="0" destOrd="0" presId="urn:microsoft.com/office/officeart/2005/8/layout/list1"/>
    <dgm:cxn modelId="{4A26DD36-B199-41D6-8442-16CB343AC537}" srcId="{EF7B3A38-FA5D-47FB-8EB5-28CE09F9685B}" destId="{CBD9C9DA-2406-40C3-8AF3-4809F8A53591}" srcOrd="0" destOrd="0" parTransId="{90FBE671-9883-4260-AA77-546BCA22DB27}" sibTransId="{687157A1-F620-4F13-9910-1BC610B3CBC0}"/>
    <dgm:cxn modelId="{5A3B6C7E-4EA4-4721-9C8D-2383C398C100}" type="presOf" srcId="{E3A7F170-2B7E-461A-AC6E-AD3B8ED80670}" destId="{C217C48B-BC17-416F-B1F0-BB7A758F71AB}" srcOrd="1" destOrd="0" presId="urn:microsoft.com/office/officeart/2005/8/layout/list1"/>
    <dgm:cxn modelId="{3A4CF4C0-4596-4DF9-8939-70595773F5D9}" srcId="{B561B083-1216-44F0-8DD9-A67F9C2573DD}" destId="{9A4E6646-2D15-4818-BF0C-A9E4A14729A4}" srcOrd="0" destOrd="0" parTransId="{0711C4D2-2BF5-464F-B8D0-A7A14C190250}" sibTransId="{0AC30DC1-18C7-4C1F-8152-65C849B5BC64}"/>
    <dgm:cxn modelId="{8A86A266-C6C8-41B1-9D26-907F9B07AB11}" srcId="{AEDD38F9-654E-4F82-BF57-F51E84D78DB8}" destId="{9FC689DC-3E07-46C7-BCFB-186C89C347BD}" srcOrd="0" destOrd="0" parTransId="{3FACA0D5-5481-41DB-8C73-F33581AB123A}" sibTransId="{E620B513-D8D3-4AC3-A2DA-EDBCCE7679C9}"/>
    <dgm:cxn modelId="{5537D221-DDEA-4908-9791-2B88F8F821D3}" type="presOf" srcId="{EF7B3A38-FA5D-47FB-8EB5-28CE09F9685B}" destId="{32ACB67F-C22A-46D8-BEA0-F7A7257D8664}" srcOrd="1" destOrd="0" presId="urn:microsoft.com/office/officeart/2005/8/layout/list1"/>
    <dgm:cxn modelId="{EA63F05F-284D-4D10-BB26-4BC68670A147}" type="presOf" srcId="{AEDD38F9-654E-4F82-BF57-F51E84D78DB8}" destId="{D141E7CA-C498-48D6-887E-DAE420C837A4}" srcOrd="1" destOrd="0" presId="urn:microsoft.com/office/officeart/2005/8/layout/list1"/>
    <dgm:cxn modelId="{E84AB218-1A99-4C37-833D-EECBAECAF88D}" srcId="{46C97A14-8D62-48CE-B2B7-F26E4E105C2F}" destId="{E3A7F170-2B7E-461A-AC6E-AD3B8ED80670}" srcOrd="0" destOrd="0" parTransId="{64882A76-7FBC-483A-A2F0-339A5DFC2A9F}" sibTransId="{C929EDA3-9B7F-44A9-B3D4-9FE813738133}"/>
    <dgm:cxn modelId="{95E21BBD-809E-4627-80AA-459A662B9F1D}" type="presOf" srcId="{E990E363-E281-41DD-ACAD-5D57F1A10652}" destId="{37E5AE2F-83B1-4825-B543-84D4E07F8F3C}" srcOrd="0" destOrd="0" presId="urn:microsoft.com/office/officeart/2005/8/layout/list1"/>
    <dgm:cxn modelId="{0DCD13DF-EBFC-41E5-982A-1C35A04D3F7D}" srcId="{B561B083-1216-44F0-8DD9-A67F9C2573DD}" destId="{EC73641D-59DE-4851-BE37-506C9BAFA4C3}" srcOrd="1" destOrd="0" parTransId="{3CDA4A82-E279-4C85-B2A9-413AE79871CA}" sibTransId="{9609287C-AAAB-49F7-B13B-DD70821A190B}"/>
    <dgm:cxn modelId="{66219EA4-7D04-4C9F-B8FF-220D062AAD33}" srcId="{46C97A14-8D62-48CE-B2B7-F26E4E105C2F}" destId="{C001E8EC-2480-4EEA-8480-354F764A1D45}" srcOrd="4" destOrd="0" parTransId="{965DC3F8-11A9-4982-9AB4-B6E280146C66}" sibTransId="{C4203208-323F-40A0-8F3D-68A741549BE6}"/>
    <dgm:cxn modelId="{3428636B-B627-48EE-880B-F41CA2F57DED}" type="presOf" srcId="{B561B083-1216-44F0-8DD9-A67F9C2573DD}" destId="{EEF7B468-45F9-4D70-89E6-AC07B76512B0}" srcOrd="1" destOrd="0" presId="urn:microsoft.com/office/officeart/2005/8/layout/list1"/>
    <dgm:cxn modelId="{7C842931-6BCF-46E4-891F-A358A508EA6D}" type="presOf" srcId="{C001E8EC-2480-4EEA-8480-354F764A1D45}" destId="{E659361C-AD56-46A3-B2DE-D01CD233A251}" srcOrd="1" destOrd="0" presId="urn:microsoft.com/office/officeart/2005/8/layout/list1"/>
    <dgm:cxn modelId="{54E6F442-2825-43F0-87B9-0023829772DC}" srcId="{C001E8EC-2480-4EEA-8480-354F764A1D45}" destId="{B206D511-81D8-4359-861A-E2D2F375ECC5}" srcOrd="0" destOrd="0" parTransId="{D184209F-531C-49D3-9D16-A3767B5FFB65}" sibTransId="{08408315-13A3-4E4D-841B-D93C2F2B3ECE}"/>
    <dgm:cxn modelId="{98C0601D-6335-4ABF-B583-213835074D0E}" type="presOf" srcId="{B561B083-1216-44F0-8DD9-A67F9C2573DD}" destId="{387F0F03-3736-40B8-BBDD-1712BF05B4E3}" srcOrd="0" destOrd="0" presId="urn:microsoft.com/office/officeart/2005/8/layout/list1"/>
    <dgm:cxn modelId="{694EC880-8C99-498B-B8BC-1CF9FF7E52EA}" type="presOf" srcId="{9FC689DC-3E07-46C7-BCFB-186C89C347BD}" destId="{CC1A34F2-CCB6-4EC5-B754-EFD5D61E40C6}" srcOrd="0" destOrd="0" presId="urn:microsoft.com/office/officeart/2005/8/layout/list1"/>
    <dgm:cxn modelId="{A5FB3A16-47E2-4DEB-B41C-B29C25D2B2FF}" srcId="{46C97A14-8D62-48CE-B2B7-F26E4E105C2F}" destId="{B561B083-1216-44F0-8DD9-A67F9C2573DD}" srcOrd="2" destOrd="0" parTransId="{A927DDAF-73BB-4231-A442-0BBE0E3B9789}" sibTransId="{00C90E20-8E26-4A3A-B40F-4B526F21497A}"/>
    <dgm:cxn modelId="{F0D2967F-3609-4042-A2C7-FF12CDE51FB4}" type="presOf" srcId="{9A4E6646-2D15-4818-BF0C-A9E4A14729A4}" destId="{6489F18B-B340-4BE5-9C3F-983D95114C5C}" srcOrd="0" destOrd="0" presId="urn:microsoft.com/office/officeart/2005/8/layout/list1"/>
    <dgm:cxn modelId="{A425BD85-D96E-4373-999C-3D0A2A49B37A}" type="presOf" srcId="{E3A7F170-2B7E-461A-AC6E-AD3B8ED80670}" destId="{0686158C-9B00-4F6A-9B43-DA1373152557}" srcOrd="0" destOrd="0" presId="urn:microsoft.com/office/officeart/2005/8/layout/list1"/>
    <dgm:cxn modelId="{C07559E5-3EC8-4A9B-BC43-007A0BDAD1D3}" srcId="{E3A7F170-2B7E-461A-AC6E-AD3B8ED80670}" destId="{E990E363-E281-41DD-ACAD-5D57F1A10652}" srcOrd="0" destOrd="0" parTransId="{71861910-7F68-4E58-A44A-B000A56BEBDC}" sibTransId="{8270FA72-6F7C-4DFB-AD66-B6A88594AE41}"/>
    <dgm:cxn modelId="{BD4C7DE8-3BC4-4E70-8232-CEE53B5A423D}" srcId="{46C97A14-8D62-48CE-B2B7-F26E4E105C2F}" destId="{EF7B3A38-FA5D-47FB-8EB5-28CE09F9685B}" srcOrd="1" destOrd="0" parTransId="{124090F4-731A-4C82-8B56-307905321105}" sibTransId="{638A88F7-04BD-424C-B68B-F9C87AF7C5EE}"/>
    <dgm:cxn modelId="{B6FDDB80-886C-4332-9183-46B5B62E1397}" srcId="{46C97A14-8D62-48CE-B2B7-F26E4E105C2F}" destId="{AEDD38F9-654E-4F82-BF57-F51E84D78DB8}" srcOrd="3" destOrd="0" parTransId="{260AC0DE-5451-4D4B-BE00-2560740AE86A}" sibTransId="{3329A535-36FA-493B-A508-DCA385C1C5EC}"/>
    <dgm:cxn modelId="{AEBC637F-D35F-4C69-BE6B-93C8FB837048}" type="presOf" srcId="{EC73641D-59DE-4851-BE37-506C9BAFA4C3}" destId="{6489F18B-B340-4BE5-9C3F-983D95114C5C}" srcOrd="0" destOrd="1" presId="urn:microsoft.com/office/officeart/2005/8/layout/list1"/>
    <dgm:cxn modelId="{C3FF084E-755A-4341-A806-2EE01BABD1A0}" type="presOf" srcId="{EF7B3A38-FA5D-47FB-8EB5-28CE09F9685B}" destId="{CEFF0E1A-7BF1-4AAE-9D75-81E8E78D4FE7}" srcOrd="0" destOrd="0" presId="urn:microsoft.com/office/officeart/2005/8/layout/list1"/>
    <dgm:cxn modelId="{41D22F7A-7EF8-46C9-A5DF-B4FECEF48F3E}" type="presParOf" srcId="{F4FC0AEF-A1C1-4A6E-BAB1-DC4DD07A4726}" destId="{5A5F2E5F-8467-4D01-A089-478CE7EF98BB}" srcOrd="0" destOrd="0" presId="urn:microsoft.com/office/officeart/2005/8/layout/list1"/>
    <dgm:cxn modelId="{808A18AA-17CF-46F1-B59A-5A377C24ED43}" type="presParOf" srcId="{5A5F2E5F-8467-4D01-A089-478CE7EF98BB}" destId="{0686158C-9B00-4F6A-9B43-DA1373152557}" srcOrd="0" destOrd="0" presId="urn:microsoft.com/office/officeart/2005/8/layout/list1"/>
    <dgm:cxn modelId="{0C08422D-CA63-4AC8-BE20-15225342D193}" type="presParOf" srcId="{5A5F2E5F-8467-4D01-A089-478CE7EF98BB}" destId="{C217C48B-BC17-416F-B1F0-BB7A758F71AB}" srcOrd="1" destOrd="0" presId="urn:microsoft.com/office/officeart/2005/8/layout/list1"/>
    <dgm:cxn modelId="{A7871C79-3F0A-41DB-984E-4A3DBD2DE303}" type="presParOf" srcId="{F4FC0AEF-A1C1-4A6E-BAB1-DC4DD07A4726}" destId="{56B638F6-28AE-4A02-8EBB-35E30351FC6E}" srcOrd="1" destOrd="0" presId="urn:microsoft.com/office/officeart/2005/8/layout/list1"/>
    <dgm:cxn modelId="{D0A50D74-9283-4746-A643-933A70B728A9}" type="presParOf" srcId="{F4FC0AEF-A1C1-4A6E-BAB1-DC4DD07A4726}" destId="{37E5AE2F-83B1-4825-B543-84D4E07F8F3C}" srcOrd="2" destOrd="0" presId="urn:microsoft.com/office/officeart/2005/8/layout/list1"/>
    <dgm:cxn modelId="{CE5FA493-FC5A-4D4E-9823-BAF739047092}" type="presParOf" srcId="{F4FC0AEF-A1C1-4A6E-BAB1-DC4DD07A4726}" destId="{B3FD4F94-F348-4DCE-A847-1273FE7D6F27}" srcOrd="3" destOrd="0" presId="urn:microsoft.com/office/officeart/2005/8/layout/list1"/>
    <dgm:cxn modelId="{801CB5F1-1E8D-4C56-92B2-47C73D41D91C}" type="presParOf" srcId="{F4FC0AEF-A1C1-4A6E-BAB1-DC4DD07A4726}" destId="{660B4652-730A-4337-A239-C760F8824CAA}" srcOrd="4" destOrd="0" presId="urn:microsoft.com/office/officeart/2005/8/layout/list1"/>
    <dgm:cxn modelId="{086D80DC-905D-4103-8D02-770C0E636F05}" type="presParOf" srcId="{660B4652-730A-4337-A239-C760F8824CAA}" destId="{CEFF0E1A-7BF1-4AAE-9D75-81E8E78D4FE7}" srcOrd="0" destOrd="0" presId="urn:microsoft.com/office/officeart/2005/8/layout/list1"/>
    <dgm:cxn modelId="{98B22781-845C-4A4D-8701-053F40F637F5}" type="presParOf" srcId="{660B4652-730A-4337-A239-C760F8824CAA}" destId="{32ACB67F-C22A-46D8-BEA0-F7A7257D8664}" srcOrd="1" destOrd="0" presId="urn:microsoft.com/office/officeart/2005/8/layout/list1"/>
    <dgm:cxn modelId="{6BF6E7F8-806B-4900-A6DC-C7B776A23AD9}" type="presParOf" srcId="{F4FC0AEF-A1C1-4A6E-BAB1-DC4DD07A4726}" destId="{EB1CA989-CD95-4F46-8F3B-49AE1E3375F4}" srcOrd="5" destOrd="0" presId="urn:microsoft.com/office/officeart/2005/8/layout/list1"/>
    <dgm:cxn modelId="{03280722-82AB-4422-96CE-048F99EF0E07}" type="presParOf" srcId="{F4FC0AEF-A1C1-4A6E-BAB1-DC4DD07A4726}" destId="{9ECD7C69-E380-4121-BA2C-D3B444E9C65D}" srcOrd="6" destOrd="0" presId="urn:microsoft.com/office/officeart/2005/8/layout/list1"/>
    <dgm:cxn modelId="{747AD812-D7A5-468D-AEC5-21936A54C1FE}" type="presParOf" srcId="{F4FC0AEF-A1C1-4A6E-BAB1-DC4DD07A4726}" destId="{23B2BC8F-DCF7-4DCB-A3E6-5AD0F521EB4B}" srcOrd="7" destOrd="0" presId="urn:microsoft.com/office/officeart/2005/8/layout/list1"/>
    <dgm:cxn modelId="{5AAEBB0E-F943-4CBD-82A0-C957F13A2294}" type="presParOf" srcId="{F4FC0AEF-A1C1-4A6E-BAB1-DC4DD07A4726}" destId="{02C1BC1B-1E06-451B-B73D-18994F9D3332}" srcOrd="8" destOrd="0" presId="urn:microsoft.com/office/officeart/2005/8/layout/list1"/>
    <dgm:cxn modelId="{43608E3F-FFB8-4B3C-B1F2-FB779941B43E}" type="presParOf" srcId="{02C1BC1B-1E06-451B-B73D-18994F9D3332}" destId="{387F0F03-3736-40B8-BBDD-1712BF05B4E3}" srcOrd="0" destOrd="0" presId="urn:microsoft.com/office/officeart/2005/8/layout/list1"/>
    <dgm:cxn modelId="{B568D8BF-3CA2-4834-8861-4A5B99DE4208}" type="presParOf" srcId="{02C1BC1B-1E06-451B-B73D-18994F9D3332}" destId="{EEF7B468-45F9-4D70-89E6-AC07B76512B0}" srcOrd="1" destOrd="0" presId="urn:microsoft.com/office/officeart/2005/8/layout/list1"/>
    <dgm:cxn modelId="{C774012B-FFBA-47C7-B456-E139AC86D503}" type="presParOf" srcId="{F4FC0AEF-A1C1-4A6E-BAB1-DC4DD07A4726}" destId="{75E20599-42CF-406E-8D65-DD4D29C32A96}" srcOrd="9" destOrd="0" presId="urn:microsoft.com/office/officeart/2005/8/layout/list1"/>
    <dgm:cxn modelId="{F606F0EE-2A28-4709-A46C-77494BE9040F}" type="presParOf" srcId="{F4FC0AEF-A1C1-4A6E-BAB1-DC4DD07A4726}" destId="{6489F18B-B340-4BE5-9C3F-983D95114C5C}" srcOrd="10" destOrd="0" presId="urn:microsoft.com/office/officeart/2005/8/layout/list1"/>
    <dgm:cxn modelId="{BEB01CEB-7372-4927-A8B7-4A4E55414413}" type="presParOf" srcId="{F4FC0AEF-A1C1-4A6E-BAB1-DC4DD07A4726}" destId="{0C1762E6-7263-4D94-B7C6-A95345965654}" srcOrd="11" destOrd="0" presId="urn:microsoft.com/office/officeart/2005/8/layout/list1"/>
    <dgm:cxn modelId="{77BF84C1-F709-43C1-B3F3-7208A2AC6DFB}" type="presParOf" srcId="{F4FC0AEF-A1C1-4A6E-BAB1-DC4DD07A4726}" destId="{BD02B7EA-BFDB-4611-8280-686B474A9B22}" srcOrd="12" destOrd="0" presId="urn:microsoft.com/office/officeart/2005/8/layout/list1"/>
    <dgm:cxn modelId="{012AF10E-1233-40BE-A9A7-98DE3A7C576A}" type="presParOf" srcId="{BD02B7EA-BFDB-4611-8280-686B474A9B22}" destId="{72373CEA-2B80-4EC6-94BE-692834025A86}" srcOrd="0" destOrd="0" presId="urn:microsoft.com/office/officeart/2005/8/layout/list1"/>
    <dgm:cxn modelId="{D838C6C6-E725-4D0C-A031-CA7125F9A448}" type="presParOf" srcId="{BD02B7EA-BFDB-4611-8280-686B474A9B22}" destId="{D141E7CA-C498-48D6-887E-DAE420C837A4}" srcOrd="1" destOrd="0" presId="urn:microsoft.com/office/officeart/2005/8/layout/list1"/>
    <dgm:cxn modelId="{39FE4DB8-B7AF-4320-9373-05D288B6C81C}" type="presParOf" srcId="{F4FC0AEF-A1C1-4A6E-BAB1-DC4DD07A4726}" destId="{9998A4DF-1B4C-4EAA-BAD7-FA180D3B0EED}" srcOrd="13" destOrd="0" presId="urn:microsoft.com/office/officeart/2005/8/layout/list1"/>
    <dgm:cxn modelId="{FD3DC474-F5AC-4BA8-90F5-0E53115555D0}" type="presParOf" srcId="{F4FC0AEF-A1C1-4A6E-BAB1-DC4DD07A4726}" destId="{CC1A34F2-CCB6-4EC5-B754-EFD5D61E40C6}" srcOrd="14" destOrd="0" presId="urn:microsoft.com/office/officeart/2005/8/layout/list1"/>
    <dgm:cxn modelId="{FF444C91-C296-4115-BFE0-E4E07040AE37}" type="presParOf" srcId="{F4FC0AEF-A1C1-4A6E-BAB1-DC4DD07A4726}" destId="{C3517DED-608F-445C-8C47-32F731D28002}" srcOrd="15" destOrd="0" presId="urn:microsoft.com/office/officeart/2005/8/layout/list1"/>
    <dgm:cxn modelId="{263A165D-C996-44DD-98BC-001469335B5B}" type="presParOf" srcId="{F4FC0AEF-A1C1-4A6E-BAB1-DC4DD07A4726}" destId="{4B82766C-CA4D-4459-B121-D6307EBF311C}" srcOrd="16" destOrd="0" presId="urn:microsoft.com/office/officeart/2005/8/layout/list1"/>
    <dgm:cxn modelId="{25EE864D-5053-465E-BD31-F2DE851D11B2}" type="presParOf" srcId="{4B82766C-CA4D-4459-B121-D6307EBF311C}" destId="{6822B487-D579-4C02-B142-F208595B4980}" srcOrd="0" destOrd="0" presId="urn:microsoft.com/office/officeart/2005/8/layout/list1"/>
    <dgm:cxn modelId="{22276975-6272-47E1-8F6C-1AE68316D29D}" type="presParOf" srcId="{4B82766C-CA4D-4459-B121-D6307EBF311C}" destId="{E659361C-AD56-46A3-B2DE-D01CD233A251}" srcOrd="1" destOrd="0" presId="urn:microsoft.com/office/officeart/2005/8/layout/list1"/>
    <dgm:cxn modelId="{BF20C02E-BD8E-4C20-A477-8C030BA1BEFE}" type="presParOf" srcId="{F4FC0AEF-A1C1-4A6E-BAB1-DC4DD07A4726}" destId="{A7D90698-9912-43CA-AC35-CD0AD1DF4A1D}" srcOrd="17" destOrd="0" presId="urn:microsoft.com/office/officeart/2005/8/layout/list1"/>
    <dgm:cxn modelId="{F87D297D-16D8-4A04-A7A8-8935EB8C899F}" type="presParOf" srcId="{F4FC0AEF-A1C1-4A6E-BAB1-DC4DD07A4726}" destId="{1C6D6FAC-7FEC-4087-BC59-8749359BABD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0D8FB-C673-40D7-BBCA-DFE70901A007}">
      <dsp:nvSpPr>
        <dsp:cNvPr id="0" name=""/>
        <dsp:cNvSpPr/>
      </dsp:nvSpPr>
      <dsp:spPr>
        <a:xfrm>
          <a:off x="6855023" y="2391534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298"/>
              </a:lnTo>
              <a:lnTo>
                <a:pt x="633015" y="205298"/>
              </a:lnTo>
              <a:lnTo>
                <a:pt x="633015" y="301257"/>
              </a:lnTo>
            </a:path>
          </a:pathLst>
        </a:custGeom>
        <a:noFill/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9CD10-A5FE-40D7-A743-3E8EB53FF55E}">
      <dsp:nvSpPr>
        <dsp:cNvPr id="0" name=""/>
        <dsp:cNvSpPr/>
      </dsp:nvSpPr>
      <dsp:spPr>
        <a:xfrm>
          <a:off x="6222007" y="2391534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633015" y="0"/>
              </a:moveTo>
              <a:lnTo>
                <a:pt x="633015" y="205298"/>
              </a:lnTo>
              <a:lnTo>
                <a:pt x="0" y="205298"/>
              </a:lnTo>
              <a:lnTo>
                <a:pt x="0" y="301257"/>
              </a:lnTo>
            </a:path>
          </a:pathLst>
        </a:custGeom>
        <a:noFill/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3DAF9-E766-4D5B-A103-B1D7F9E580D4}">
      <dsp:nvSpPr>
        <dsp:cNvPr id="0" name=""/>
        <dsp:cNvSpPr/>
      </dsp:nvSpPr>
      <dsp:spPr>
        <a:xfrm>
          <a:off x="3689945" y="1432516"/>
          <a:ext cx="3165078" cy="3012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298"/>
              </a:lnTo>
              <a:lnTo>
                <a:pt x="3165078" y="205298"/>
              </a:lnTo>
              <a:lnTo>
                <a:pt x="3165078" y="301257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D6D64E-38CA-454F-9B19-BC4C7E56A776}">
      <dsp:nvSpPr>
        <dsp:cNvPr id="0" name=""/>
        <dsp:cNvSpPr/>
      </dsp:nvSpPr>
      <dsp:spPr>
        <a:xfrm>
          <a:off x="4322960" y="2391534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298"/>
              </a:lnTo>
              <a:lnTo>
                <a:pt x="633015" y="205298"/>
              </a:lnTo>
              <a:lnTo>
                <a:pt x="633015" y="301257"/>
              </a:lnTo>
            </a:path>
          </a:pathLst>
        </a:custGeom>
        <a:noFill/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26D8E7-483D-4AFE-8CED-4E048933C633}">
      <dsp:nvSpPr>
        <dsp:cNvPr id="0" name=""/>
        <dsp:cNvSpPr/>
      </dsp:nvSpPr>
      <dsp:spPr>
        <a:xfrm>
          <a:off x="3689945" y="2391534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633015" y="0"/>
              </a:moveTo>
              <a:lnTo>
                <a:pt x="633015" y="205298"/>
              </a:lnTo>
              <a:lnTo>
                <a:pt x="0" y="205298"/>
              </a:lnTo>
              <a:lnTo>
                <a:pt x="0" y="301257"/>
              </a:lnTo>
            </a:path>
          </a:pathLst>
        </a:custGeom>
        <a:noFill/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B700B-3FE9-449C-95C3-D63F211AB6CF}">
      <dsp:nvSpPr>
        <dsp:cNvPr id="0" name=""/>
        <dsp:cNvSpPr/>
      </dsp:nvSpPr>
      <dsp:spPr>
        <a:xfrm>
          <a:off x="3689945" y="1432516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298"/>
              </a:lnTo>
              <a:lnTo>
                <a:pt x="633015" y="205298"/>
              </a:lnTo>
              <a:lnTo>
                <a:pt x="633015" y="301257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B316AC-EA35-4A5C-B1F0-0F69072762F0}">
      <dsp:nvSpPr>
        <dsp:cNvPr id="0" name=""/>
        <dsp:cNvSpPr/>
      </dsp:nvSpPr>
      <dsp:spPr>
        <a:xfrm>
          <a:off x="1790898" y="2391534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298"/>
              </a:lnTo>
              <a:lnTo>
                <a:pt x="633015" y="205298"/>
              </a:lnTo>
              <a:lnTo>
                <a:pt x="633015" y="301257"/>
              </a:lnTo>
            </a:path>
          </a:pathLst>
        </a:custGeom>
        <a:noFill/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8D42F-CD60-4B75-B632-17C2A8B73AA8}">
      <dsp:nvSpPr>
        <dsp:cNvPr id="0" name=""/>
        <dsp:cNvSpPr/>
      </dsp:nvSpPr>
      <dsp:spPr>
        <a:xfrm>
          <a:off x="1157882" y="2391534"/>
          <a:ext cx="633015" cy="301257"/>
        </a:xfrm>
        <a:custGeom>
          <a:avLst/>
          <a:gdLst/>
          <a:ahLst/>
          <a:cxnLst/>
          <a:rect l="0" t="0" r="0" b="0"/>
          <a:pathLst>
            <a:path>
              <a:moveTo>
                <a:pt x="633015" y="0"/>
              </a:moveTo>
              <a:lnTo>
                <a:pt x="633015" y="205298"/>
              </a:lnTo>
              <a:lnTo>
                <a:pt x="0" y="205298"/>
              </a:lnTo>
              <a:lnTo>
                <a:pt x="0" y="301257"/>
              </a:lnTo>
            </a:path>
          </a:pathLst>
        </a:custGeom>
        <a:noFill/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25070-826B-4174-B0A5-E220655CA1E7}">
      <dsp:nvSpPr>
        <dsp:cNvPr id="0" name=""/>
        <dsp:cNvSpPr/>
      </dsp:nvSpPr>
      <dsp:spPr>
        <a:xfrm>
          <a:off x="1790898" y="1432516"/>
          <a:ext cx="1899046" cy="301257"/>
        </a:xfrm>
        <a:custGeom>
          <a:avLst/>
          <a:gdLst/>
          <a:ahLst/>
          <a:cxnLst/>
          <a:rect l="0" t="0" r="0" b="0"/>
          <a:pathLst>
            <a:path>
              <a:moveTo>
                <a:pt x="1899046" y="0"/>
              </a:moveTo>
              <a:lnTo>
                <a:pt x="1899046" y="205298"/>
              </a:lnTo>
              <a:lnTo>
                <a:pt x="0" y="205298"/>
              </a:lnTo>
              <a:lnTo>
                <a:pt x="0" y="301257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C9546F-290F-4014-ACFD-6545B6C806F1}">
      <dsp:nvSpPr>
        <dsp:cNvPr id="0" name=""/>
        <dsp:cNvSpPr/>
      </dsp:nvSpPr>
      <dsp:spPr>
        <a:xfrm>
          <a:off x="524867" y="1432516"/>
          <a:ext cx="3165078" cy="301257"/>
        </a:xfrm>
        <a:custGeom>
          <a:avLst/>
          <a:gdLst/>
          <a:ahLst/>
          <a:cxnLst/>
          <a:rect l="0" t="0" r="0" b="0"/>
          <a:pathLst>
            <a:path>
              <a:moveTo>
                <a:pt x="3165078" y="0"/>
              </a:moveTo>
              <a:lnTo>
                <a:pt x="3165078" y="205298"/>
              </a:lnTo>
              <a:lnTo>
                <a:pt x="0" y="205298"/>
              </a:lnTo>
              <a:lnTo>
                <a:pt x="0" y="301257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5999C-95A5-45E9-8A96-BC433237F265}">
      <dsp:nvSpPr>
        <dsp:cNvPr id="0" name=""/>
        <dsp:cNvSpPr/>
      </dsp:nvSpPr>
      <dsp:spPr>
        <a:xfrm>
          <a:off x="3172023" y="774755"/>
          <a:ext cx="1035843" cy="657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23A43-AFFD-4928-8557-275C021B7843}">
      <dsp:nvSpPr>
        <dsp:cNvPr id="0" name=""/>
        <dsp:cNvSpPr/>
      </dsp:nvSpPr>
      <dsp:spPr>
        <a:xfrm>
          <a:off x="3287117" y="884094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Planador</a:t>
          </a:r>
          <a:endParaRPr lang="pt-PT" sz="1000" kern="1200" dirty="0"/>
        </a:p>
      </dsp:txBody>
      <dsp:txXfrm>
        <a:off x="3306382" y="903359"/>
        <a:ext cx="997313" cy="619230"/>
      </dsp:txXfrm>
    </dsp:sp>
    <dsp:sp modelId="{112A0B35-BA45-4994-8275-AA659EB5267E}">
      <dsp:nvSpPr>
        <dsp:cNvPr id="0" name=""/>
        <dsp:cNvSpPr/>
      </dsp:nvSpPr>
      <dsp:spPr>
        <a:xfrm>
          <a:off x="6945" y="1733774"/>
          <a:ext cx="1035843" cy="65776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B20C0-D171-4F14-99BC-DB97B5812327}">
      <dsp:nvSpPr>
        <dsp:cNvPr id="0" name=""/>
        <dsp:cNvSpPr/>
      </dsp:nvSpPr>
      <dsp:spPr>
        <a:xfrm>
          <a:off x="122039" y="1843113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Fuselagem</a:t>
          </a:r>
          <a:endParaRPr lang="pt-PT" sz="1000" kern="1200" dirty="0"/>
        </a:p>
      </dsp:txBody>
      <dsp:txXfrm>
        <a:off x="141304" y="1862378"/>
        <a:ext cx="997313" cy="619230"/>
      </dsp:txXfrm>
    </dsp:sp>
    <dsp:sp modelId="{7AE59A10-9C27-4D91-AB85-A7BCEF1AD4BD}">
      <dsp:nvSpPr>
        <dsp:cNvPr id="0" name=""/>
        <dsp:cNvSpPr/>
      </dsp:nvSpPr>
      <dsp:spPr>
        <a:xfrm>
          <a:off x="1272976" y="1733774"/>
          <a:ext cx="1035843" cy="65776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9C2DC-3B58-4CD8-933E-0BE047624B86}">
      <dsp:nvSpPr>
        <dsp:cNvPr id="0" name=""/>
        <dsp:cNvSpPr/>
      </dsp:nvSpPr>
      <dsp:spPr>
        <a:xfrm>
          <a:off x="1388070" y="1843113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Propulsão Elástica</a:t>
          </a:r>
          <a:endParaRPr lang="pt-PT" sz="1000" kern="1200" dirty="0"/>
        </a:p>
      </dsp:txBody>
      <dsp:txXfrm>
        <a:off x="1407335" y="1862378"/>
        <a:ext cx="997313" cy="619230"/>
      </dsp:txXfrm>
    </dsp:sp>
    <dsp:sp modelId="{02E628D1-BCCE-4680-95BD-BC0BCFCE2F91}">
      <dsp:nvSpPr>
        <dsp:cNvPr id="0" name=""/>
        <dsp:cNvSpPr/>
      </dsp:nvSpPr>
      <dsp:spPr>
        <a:xfrm>
          <a:off x="639960" y="2692792"/>
          <a:ext cx="1035843" cy="657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98DA4-C871-4E9D-B9A2-4858D456F931}">
      <dsp:nvSpPr>
        <dsp:cNvPr id="0" name=""/>
        <dsp:cNvSpPr/>
      </dsp:nvSpPr>
      <dsp:spPr>
        <a:xfrm>
          <a:off x="755054" y="2802131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Mecanismo Elástico</a:t>
          </a:r>
          <a:endParaRPr lang="pt-PT" sz="1000" kern="1200" dirty="0"/>
        </a:p>
      </dsp:txBody>
      <dsp:txXfrm>
        <a:off x="774319" y="2821396"/>
        <a:ext cx="997313" cy="619230"/>
      </dsp:txXfrm>
    </dsp:sp>
    <dsp:sp modelId="{74E69F1E-B75D-453C-9A1B-D0B03708AD70}">
      <dsp:nvSpPr>
        <dsp:cNvPr id="0" name=""/>
        <dsp:cNvSpPr/>
      </dsp:nvSpPr>
      <dsp:spPr>
        <a:xfrm>
          <a:off x="1905992" y="2692792"/>
          <a:ext cx="1035843" cy="657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D6C75-822B-4E15-A3C5-9CB690F78D97}">
      <dsp:nvSpPr>
        <dsp:cNvPr id="0" name=""/>
        <dsp:cNvSpPr/>
      </dsp:nvSpPr>
      <dsp:spPr>
        <a:xfrm>
          <a:off x="2021085" y="2802131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Hélice</a:t>
          </a:r>
          <a:endParaRPr lang="pt-PT" sz="1000" kern="1200" dirty="0"/>
        </a:p>
      </dsp:txBody>
      <dsp:txXfrm>
        <a:off x="2040350" y="2821396"/>
        <a:ext cx="997313" cy="619230"/>
      </dsp:txXfrm>
    </dsp:sp>
    <dsp:sp modelId="{36D014DB-C140-49C2-B78E-56F33D934B8D}">
      <dsp:nvSpPr>
        <dsp:cNvPr id="0" name=""/>
        <dsp:cNvSpPr/>
      </dsp:nvSpPr>
      <dsp:spPr>
        <a:xfrm>
          <a:off x="3805039" y="1733774"/>
          <a:ext cx="1035843" cy="65776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9F279-5ED3-4F5E-842D-A5C51A22A62E}">
      <dsp:nvSpPr>
        <dsp:cNvPr id="0" name=""/>
        <dsp:cNvSpPr/>
      </dsp:nvSpPr>
      <dsp:spPr>
        <a:xfrm>
          <a:off x="3920132" y="1843113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Estabilizadores</a:t>
          </a:r>
          <a:endParaRPr lang="pt-PT" sz="1000" kern="1200" dirty="0"/>
        </a:p>
      </dsp:txBody>
      <dsp:txXfrm>
        <a:off x="3939397" y="1862378"/>
        <a:ext cx="997313" cy="619230"/>
      </dsp:txXfrm>
    </dsp:sp>
    <dsp:sp modelId="{48D3C490-9F64-4D85-810C-BFB22C04A4F7}">
      <dsp:nvSpPr>
        <dsp:cNvPr id="0" name=""/>
        <dsp:cNvSpPr/>
      </dsp:nvSpPr>
      <dsp:spPr>
        <a:xfrm>
          <a:off x="3172023" y="2692792"/>
          <a:ext cx="1035843" cy="657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86A73-1C29-4552-80B3-51872360D468}">
      <dsp:nvSpPr>
        <dsp:cNvPr id="0" name=""/>
        <dsp:cNvSpPr/>
      </dsp:nvSpPr>
      <dsp:spPr>
        <a:xfrm>
          <a:off x="3287117" y="2802131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Estabilizador Vertical</a:t>
          </a:r>
          <a:endParaRPr lang="pt-PT" sz="1000" kern="1200" dirty="0"/>
        </a:p>
      </dsp:txBody>
      <dsp:txXfrm>
        <a:off x="3306382" y="2821396"/>
        <a:ext cx="997313" cy="619230"/>
      </dsp:txXfrm>
    </dsp:sp>
    <dsp:sp modelId="{3A71B769-A757-4FF6-8C3E-3A991180AAC7}">
      <dsp:nvSpPr>
        <dsp:cNvPr id="0" name=""/>
        <dsp:cNvSpPr/>
      </dsp:nvSpPr>
      <dsp:spPr>
        <a:xfrm>
          <a:off x="4438054" y="2692792"/>
          <a:ext cx="1035843" cy="657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EEC91-4501-4CB8-96F7-9320FB9CE2E8}">
      <dsp:nvSpPr>
        <dsp:cNvPr id="0" name=""/>
        <dsp:cNvSpPr/>
      </dsp:nvSpPr>
      <dsp:spPr>
        <a:xfrm>
          <a:off x="4553148" y="2802131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Estabilizador Horizontal</a:t>
          </a:r>
          <a:endParaRPr lang="pt-PT" sz="1000" kern="1200" dirty="0"/>
        </a:p>
      </dsp:txBody>
      <dsp:txXfrm>
        <a:off x="4572413" y="2821396"/>
        <a:ext cx="997313" cy="619230"/>
      </dsp:txXfrm>
    </dsp:sp>
    <dsp:sp modelId="{F360C71E-D3EB-427C-9E1E-3C6F5437E030}">
      <dsp:nvSpPr>
        <dsp:cNvPr id="0" name=""/>
        <dsp:cNvSpPr/>
      </dsp:nvSpPr>
      <dsp:spPr>
        <a:xfrm>
          <a:off x="6337101" y="1733774"/>
          <a:ext cx="1035843" cy="65776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42338-1D80-4709-9CF1-C5C401DC88B4}">
      <dsp:nvSpPr>
        <dsp:cNvPr id="0" name=""/>
        <dsp:cNvSpPr/>
      </dsp:nvSpPr>
      <dsp:spPr>
        <a:xfrm>
          <a:off x="6452195" y="1843113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Asa</a:t>
          </a:r>
          <a:endParaRPr lang="pt-PT" sz="1000" kern="1200" dirty="0"/>
        </a:p>
      </dsp:txBody>
      <dsp:txXfrm>
        <a:off x="6471460" y="1862378"/>
        <a:ext cx="997313" cy="619230"/>
      </dsp:txXfrm>
    </dsp:sp>
    <dsp:sp modelId="{4A051D34-DDDC-4FD3-8309-51C74DBB85A5}">
      <dsp:nvSpPr>
        <dsp:cNvPr id="0" name=""/>
        <dsp:cNvSpPr/>
      </dsp:nvSpPr>
      <dsp:spPr>
        <a:xfrm>
          <a:off x="5704085" y="2692792"/>
          <a:ext cx="1035843" cy="657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89AC8-4ABA-4963-9660-15ACD14F6DDE}">
      <dsp:nvSpPr>
        <dsp:cNvPr id="0" name=""/>
        <dsp:cNvSpPr/>
      </dsp:nvSpPr>
      <dsp:spPr>
        <a:xfrm>
          <a:off x="5819179" y="2802131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Estrutura</a:t>
          </a:r>
          <a:endParaRPr lang="pt-PT" sz="1000" kern="1200" dirty="0"/>
        </a:p>
      </dsp:txBody>
      <dsp:txXfrm>
        <a:off x="5838444" y="2821396"/>
        <a:ext cx="997313" cy="619230"/>
      </dsp:txXfrm>
    </dsp:sp>
    <dsp:sp modelId="{0B2EB826-4D68-47FF-BE16-200A2F77835E}">
      <dsp:nvSpPr>
        <dsp:cNvPr id="0" name=""/>
        <dsp:cNvSpPr/>
      </dsp:nvSpPr>
      <dsp:spPr>
        <a:xfrm>
          <a:off x="6970117" y="2692792"/>
          <a:ext cx="1035843" cy="657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12229-655E-4C38-91E1-3C240F681493}">
      <dsp:nvSpPr>
        <dsp:cNvPr id="0" name=""/>
        <dsp:cNvSpPr/>
      </dsp:nvSpPr>
      <dsp:spPr>
        <a:xfrm>
          <a:off x="7085210" y="2802131"/>
          <a:ext cx="1035843" cy="6577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kern="1200" dirty="0" smtClean="0"/>
            <a:t>Revestimento</a:t>
          </a:r>
          <a:endParaRPr lang="pt-PT" sz="1000" kern="1200" dirty="0"/>
        </a:p>
      </dsp:txBody>
      <dsp:txXfrm>
        <a:off x="7104475" y="2821396"/>
        <a:ext cx="997313" cy="619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5AE2F-83B1-4825-B543-84D4E07F8F3C}">
      <dsp:nvSpPr>
        <dsp:cNvPr id="0" name=""/>
        <dsp:cNvSpPr/>
      </dsp:nvSpPr>
      <dsp:spPr>
        <a:xfrm>
          <a:off x="0" y="387503"/>
          <a:ext cx="5240950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756" tIns="249936" rIns="406756" bIns="85344" numCol="1" spcCol="1270" anchor="t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200" kern="1200" dirty="0" err="1" smtClean="0"/>
            <a:t>Isopor</a:t>
          </a:r>
          <a:r>
            <a:rPr lang="pt-PT" sz="1200" kern="1200" dirty="0" smtClean="0"/>
            <a:t>, com 40cm de envergadura</a:t>
          </a:r>
          <a:endParaRPr lang="pt-PT" sz="1200" kern="1200" dirty="0"/>
        </a:p>
      </dsp:txBody>
      <dsp:txXfrm>
        <a:off x="0" y="387503"/>
        <a:ext cx="5240950" cy="500850"/>
      </dsp:txXfrm>
    </dsp:sp>
    <dsp:sp modelId="{C217C48B-BC17-416F-B1F0-BB7A758F71AB}">
      <dsp:nvSpPr>
        <dsp:cNvPr id="0" name=""/>
        <dsp:cNvSpPr/>
      </dsp:nvSpPr>
      <dsp:spPr>
        <a:xfrm>
          <a:off x="262047" y="210383"/>
          <a:ext cx="3668665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67" tIns="0" rIns="138667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200" kern="1200" dirty="0" smtClean="0"/>
            <a:t>Asa</a:t>
          </a:r>
          <a:endParaRPr lang="pt-PT" sz="1200" kern="1200" dirty="0"/>
        </a:p>
      </dsp:txBody>
      <dsp:txXfrm>
        <a:off x="279340" y="227676"/>
        <a:ext cx="3634079" cy="319654"/>
      </dsp:txXfrm>
    </dsp:sp>
    <dsp:sp modelId="{9ECD7C69-E380-4121-BA2C-D3B444E9C65D}">
      <dsp:nvSpPr>
        <dsp:cNvPr id="0" name=""/>
        <dsp:cNvSpPr/>
      </dsp:nvSpPr>
      <dsp:spPr>
        <a:xfrm>
          <a:off x="0" y="1130273"/>
          <a:ext cx="5240950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756" tIns="249936" rIns="406756" bIns="85344" numCol="1" spcCol="1270" anchor="t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200" kern="1200" dirty="0" smtClean="0"/>
            <a:t>Madeira, com 30cm de comprimento</a:t>
          </a:r>
          <a:endParaRPr lang="pt-PT" sz="1200" kern="1200" dirty="0"/>
        </a:p>
      </dsp:txBody>
      <dsp:txXfrm>
        <a:off x="0" y="1130273"/>
        <a:ext cx="5240950" cy="500850"/>
      </dsp:txXfrm>
    </dsp:sp>
    <dsp:sp modelId="{32ACB67F-C22A-46D8-BEA0-F7A7257D8664}">
      <dsp:nvSpPr>
        <dsp:cNvPr id="0" name=""/>
        <dsp:cNvSpPr/>
      </dsp:nvSpPr>
      <dsp:spPr>
        <a:xfrm>
          <a:off x="262047" y="953153"/>
          <a:ext cx="3668665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67" tIns="0" rIns="138667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200" kern="1200" dirty="0" smtClean="0"/>
            <a:t>Fuselagem</a:t>
          </a:r>
          <a:endParaRPr lang="pt-PT" sz="1200" kern="1200" dirty="0"/>
        </a:p>
      </dsp:txBody>
      <dsp:txXfrm>
        <a:off x="279340" y="970446"/>
        <a:ext cx="3634079" cy="319654"/>
      </dsp:txXfrm>
    </dsp:sp>
    <dsp:sp modelId="{6489F18B-B340-4BE5-9C3F-983D95114C5C}">
      <dsp:nvSpPr>
        <dsp:cNvPr id="0" name=""/>
        <dsp:cNvSpPr/>
      </dsp:nvSpPr>
      <dsp:spPr>
        <a:xfrm>
          <a:off x="0" y="1873043"/>
          <a:ext cx="52409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756" tIns="249936" rIns="406756" bIns="85344" numCol="1" spcCol="1270" anchor="t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200" u="none" kern="1200" dirty="0" smtClean="0"/>
            <a:t>Vertical</a:t>
          </a:r>
          <a:r>
            <a:rPr lang="pt-PT" sz="1200" kern="1200" dirty="0" smtClean="0"/>
            <a:t>, com 8cm de altura, corda de 2,7cm e área de 21cm²</a:t>
          </a:r>
          <a:endParaRPr lang="pt-PT" sz="1200" kern="1200" dirty="0"/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200" kern="1200" dirty="0" smtClean="0"/>
            <a:t>Horizontal, com 16cm de envergadura e corda de 2,7cm</a:t>
          </a:r>
          <a:endParaRPr lang="pt-PT" sz="1200" kern="1200" dirty="0"/>
        </a:p>
      </dsp:txBody>
      <dsp:txXfrm>
        <a:off x="0" y="1873043"/>
        <a:ext cx="5240950" cy="680400"/>
      </dsp:txXfrm>
    </dsp:sp>
    <dsp:sp modelId="{EEF7B468-45F9-4D70-89E6-AC07B76512B0}">
      <dsp:nvSpPr>
        <dsp:cNvPr id="0" name=""/>
        <dsp:cNvSpPr/>
      </dsp:nvSpPr>
      <dsp:spPr>
        <a:xfrm>
          <a:off x="262047" y="1695923"/>
          <a:ext cx="3668665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67" tIns="0" rIns="138667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200" kern="1200" dirty="0" smtClean="0"/>
            <a:t>Estabilizadores</a:t>
          </a:r>
          <a:endParaRPr lang="pt-PT" sz="1200" kern="1200" dirty="0"/>
        </a:p>
      </dsp:txBody>
      <dsp:txXfrm>
        <a:off x="279340" y="1713216"/>
        <a:ext cx="3634079" cy="319654"/>
      </dsp:txXfrm>
    </dsp:sp>
    <dsp:sp modelId="{CC1A34F2-CCB6-4EC5-B754-EFD5D61E40C6}">
      <dsp:nvSpPr>
        <dsp:cNvPr id="0" name=""/>
        <dsp:cNvSpPr/>
      </dsp:nvSpPr>
      <dsp:spPr>
        <a:xfrm>
          <a:off x="0" y="2795363"/>
          <a:ext cx="5240950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756" tIns="249936" rIns="406756" bIns="85344" numCol="1" spcCol="1270" anchor="t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200" kern="1200" dirty="0" smtClean="0"/>
            <a:t>Elástico de latex</a:t>
          </a:r>
          <a:endParaRPr lang="pt-PT" sz="1200" kern="1200" dirty="0"/>
        </a:p>
      </dsp:txBody>
      <dsp:txXfrm>
        <a:off x="0" y="2795363"/>
        <a:ext cx="5240950" cy="500850"/>
      </dsp:txXfrm>
    </dsp:sp>
    <dsp:sp modelId="{D141E7CA-C498-48D6-887E-DAE420C837A4}">
      <dsp:nvSpPr>
        <dsp:cNvPr id="0" name=""/>
        <dsp:cNvSpPr/>
      </dsp:nvSpPr>
      <dsp:spPr>
        <a:xfrm>
          <a:off x="262047" y="2618243"/>
          <a:ext cx="3668665" cy="354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67" tIns="0" rIns="138667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200" kern="1200" dirty="0" smtClean="0"/>
            <a:t>Motor Elástico</a:t>
          </a:r>
          <a:endParaRPr lang="pt-PT" sz="1200" kern="1200" dirty="0"/>
        </a:p>
      </dsp:txBody>
      <dsp:txXfrm>
        <a:off x="279340" y="2635536"/>
        <a:ext cx="3634079" cy="319654"/>
      </dsp:txXfrm>
    </dsp:sp>
    <dsp:sp modelId="{1C6D6FAC-7FEC-4087-BC59-8749359BABD2}">
      <dsp:nvSpPr>
        <dsp:cNvPr id="0" name=""/>
        <dsp:cNvSpPr/>
      </dsp:nvSpPr>
      <dsp:spPr>
        <a:xfrm>
          <a:off x="0" y="3538133"/>
          <a:ext cx="5240950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756" tIns="249936" rIns="406756" bIns="85344" numCol="1" spcCol="1270" anchor="t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200" kern="1200" dirty="0" smtClean="0"/>
            <a:t>Plástico (Polipropileno PP), aproximadamente 15cm</a:t>
          </a:r>
          <a:endParaRPr lang="pt-PT" sz="1200" kern="1200" dirty="0"/>
        </a:p>
      </dsp:txBody>
      <dsp:txXfrm>
        <a:off x="0" y="3538133"/>
        <a:ext cx="5240950" cy="500850"/>
      </dsp:txXfrm>
    </dsp:sp>
    <dsp:sp modelId="{E659361C-AD56-46A3-B2DE-D01CD233A251}">
      <dsp:nvSpPr>
        <dsp:cNvPr id="0" name=""/>
        <dsp:cNvSpPr/>
      </dsp:nvSpPr>
      <dsp:spPr>
        <a:xfrm>
          <a:off x="262047" y="3361013"/>
          <a:ext cx="3668665" cy="354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67" tIns="0" rIns="138667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200" kern="1200" dirty="0" smtClean="0"/>
            <a:t>Hélice</a:t>
          </a:r>
          <a:endParaRPr lang="pt-PT" sz="1200" kern="1200" dirty="0"/>
        </a:p>
      </dsp:txBody>
      <dsp:txXfrm>
        <a:off x="279340" y="3378306"/>
        <a:ext cx="3634079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12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8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36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80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0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1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32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30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84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905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651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538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195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851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98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233AD-107A-4AAD-ACDD-2EFE9F5BF94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4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91869E9-A367-8590-A12E-EE9F7D5D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421" y="3230970"/>
            <a:ext cx="6270171" cy="980758"/>
          </a:xfrm>
        </p:spPr>
        <p:txBody>
          <a:bodyPr>
            <a:normAutofit/>
          </a:bodyPr>
          <a:lstStyle/>
          <a:p>
            <a:pPr algn="ctr"/>
            <a:r>
              <a:rPr lang="pt-B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Grupo: AERO MECS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8144051-9770-0B67-AA3D-5CE553417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0686" y="4211728"/>
            <a:ext cx="5000877" cy="438740"/>
          </a:xfrm>
        </p:spPr>
        <p:txBody>
          <a:bodyPr/>
          <a:lstStyle/>
          <a:p>
            <a:pPr algn="ctr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TEMA: PLANADOR COM PROPULSÃO ELÁSTICA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2020C9-4FBB-80BF-1F04-664A6D224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86" y="800100"/>
            <a:ext cx="5257800" cy="5257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D7421376-DB09-A402-01AB-EA02E6474B8C}"/>
              </a:ext>
            </a:extLst>
          </p:cNvPr>
          <p:cNvGrpSpPr/>
          <p:nvPr/>
        </p:nvGrpSpPr>
        <p:grpSpPr>
          <a:xfrm>
            <a:off x="4269338" y="523649"/>
            <a:ext cx="4598126" cy="1430382"/>
            <a:chOff x="0" y="84909"/>
            <a:chExt cx="6716507" cy="2071688"/>
          </a:xfrm>
        </p:grpSpPr>
        <p:pic>
          <p:nvPicPr>
            <p:cNvPr id="1026" name="Picture 2" descr="Fatec SJC">
              <a:extLst>
                <a:ext uri="{FF2B5EF4-FFF2-40B4-BE49-F238E27FC236}">
                  <a16:creationId xmlns:a16="http://schemas.microsoft.com/office/drawing/2014/main" id="{5985FA96-7C9E-0176-1CCB-C52625B52A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4909"/>
              <a:ext cx="38100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Fatec São Paulo">
              <a:extLst>
                <a:ext uri="{FF2B5EF4-FFF2-40B4-BE49-F238E27FC236}">
                  <a16:creationId xmlns:a16="http://schemas.microsoft.com/office/drawing/2014/main" id="{90EAA9AB-4DB3-232C-1297-57C9E995F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7137" y="84909"/>
              <a:ext cx="2769370" cy="2071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ítulo 3">
            <a:extLst>
              <a:ext uri="{FF2B5EF4-FFF2-40B4-BE49-F238E27FC236}">
                <a16:creationId xmlns:a16="http://schemas.microsoft.com/office/drawing/2014/main" id="{6A4D174D-FE43-9320-DC48-0CD12F8E0DB5}"/>
              </a:ext>
            </a:extLst>
          </p:cNvPr>
          <p:cNvSpPr txBox="1">
            <a:spLocks/>
          </p:cNvSpPr>
          <p:nvPr/>
        </p:nvSpPr>
        <p:spPr>
          <a:xfrm>
            <a:off x="5419069" y="2781346"/>
            <a:ext cx="5000876" cy="980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2ª Sprint de API</a:t>
            </a:r>
          </a:p>
        </p:txBody>
      </p:sp>
    </p:spTree>
    <p:extLst>
      <p:ext uri="{BB962C8B-B14F-4D97-AF65-F5344CB8AC3E}">
        <p14:creationId xmlns:p14="http://schemas.microsoft.com/office/powerpoint/2010/main" val="2999728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A3464-1A00-29F3-404F-2729996A2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799" y="182880"/>
            <a:ext cx="7766936" cy="880916"/>
          </a:xfrm>
        </p:spPr>
        <p:txBody>
          <a:bodyPr/>
          <a:lstStyle/>
          <a:p>
            <a:pPr algn="l"/>
            <a:r>
              <a:rPr lang="pt-BR" dirty="0"/>
              <a:t>Integrantes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D865A5-C854-D458-03B6-AB437561958D}"/>
              </a:ext>
            </a:extLst>
          </p:cNvPr>
          <p:cNvSpPr/>
          <p:nvPr/>
        </p:nvSpPr>
        <p:spPr>
          <a:xfrm>
            <a:off x="14828" y="5232010"/>
            <a:ext cx="469643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 Cliente</a:t>
            </a:r>
            <a:r>
              <a:rPr lang="pt-B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Nilo Castro</a:t>
            </a:r>
            <a:br>
              <a:rPr lang="pt-B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 M2</a:t>
            </a:r>
            <a:r>
              <a:rPr lang="pt-B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Joares Reis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247625-73E9-9BCF-EF20-895603B43131}"/>
              </a:ext>
            </a:extLst>
          </p:cNvPr>
          <p:cNvSpPr txBox="1"/>
          <p:nvPr/>
        </p:nvSpPr>
        <p:spPr>
          <a:xfrm>
            <a:off x="6495129" y="5021323"/>
            <a:ext cx="46964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 Master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Ana Beatriz Carvalho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P.O.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Caíque Fernandes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</a:t>
            </a: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Alan Douglas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</a:t>
            </a: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Flávio Correia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</a:t>
            </a: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3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Ryan Marques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94EB5A-2AD7-5C83-E3FD-836A80B6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650" y="913068"/>
            <a:ext cx="5494699" cy="411673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6568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E691-378D-63C7-5989-B1546E65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B5A38-9AA4-845C-CD59-FAC8ACD9D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799" y="182880"/>
            <a:ext cx="7766936" cy="880916"/>
          </a:xfrm>
        </p:spPr>
        <p:txBody>
          <a:bodyPr/>
          <a:lstStyle/>
          <a:p>
            <a:pPr algn="l"/>
            <a:r>
              <a:rPr lang="pt-BR" dirty="0"/>
              <a:t>Backlog - 2ª Sprint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7293AB-A88E-D483-11B9-83A778103849}"/>
              </a:ext>
            </a:extLst>
          </p:cNvPr>
          <p:cNvSpPr txBox="1"/>
          <p:nvPr/>
        </p:nvSpPr>
        <p:spPr>
          <a:xfrm>
            <a:off x="827799" y="1454110"/>
            <a:ext cx="7966841" cy="27711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pt-BR" sz="2000" b="1" dirty="0">
              <a:cs typeface="Calibri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pt-BR" sz="2400" dirty="0">
                <a:effectLst/>
                <a:ea typeface="Calibri"/>
                <a:cs typeface="Arial"/>
              </a:rPr>
              <a:t>Lista de Materiais</a:t>
            </a:r>
            <a:r>
              <a:rPr lang="pt-BR" sz="2400" dirty="0">
                <a:ea typeface="Calibri"/>
                <a:cs typeface="Arial"/>
              </a:rPr>
              <a:t>;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>
                <a:ea typeface="Calibri"/>
                <a:cs typeface="Arial"/>
              </a:rPr>
              <a:t>Memorial de Cálculo;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>
                <a:ea typeface="Calibri"/>
                <a:cs typeface="Arial"/>
              </a:rPr>
              <a:t>Projeto Conceitual</a:t>
            </a:r>
            <a:r>
              <a:rPr lang="pt-BR" sz="2400" dirty="0" smtClean="0">
                <a:ea typeface="Calibri"/>
                <a:cs typeface="Arial"/>
              </a:rPr>
              <a:t>;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 smtClean="0">
                <a:ea typeface="Calibri"/>
                <a:cs typeface="Arial"/>
              </a:rPr>
              <a:t>Estrutura do produto;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 smtClean="0">
                <a:ea typeface="Calibri"/>
                <a:cs typeface="Arial"/>
              </a:rPr>
              <a:t>Detalhamento;</a:t>
            </a:r>
            <a:endParaRPr lang="pt-BR" sz="2400" dirty="0">
              <a:ea typeface="Calibri"/>
              <a:cs typeface="Arial"/>
            </a:endParaRP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>
                <a:ea typeface="Calibri"/>
                <a:cs typeface="Arial"/>
              </a:rPr>
              <a:t>Revisão da documentação</a:t>
            </a:r>
          </a:p>
        </p:txBody>
      </p:sp>
    </p:spTree>
    <p:extLst>
      <p:ext uri="{BB962C8B-B14F-4D97-AF65-F5344CB8AC3E}">
        <p14:creationId xmlns:p14="http://schemas.microsoft.com/office/powerpoint/2010/main" val="2777658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9458B-2BE7-4DB2-D292-DC400DE6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Materiais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C8EA7-8DC4-8237-5985-8D1F332B1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2914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Aeromodelo 'sustentável' (reutilização e reaproveitamento de materiais);</a:t>
            </a:r>
          </a:p>
          <a:p>
            <a:r>
              <a:rPr lang="pt-BR"/>
              <a:t>Custo quase ZERO;</a:t>
            </a:r>
          </a:p>
          <a:p>
            <a:endParaRPr lang="pt-BR" dirty="0"/>
          </a:p>
        </p:txBody>
      </p:sp>
      <p:pic>
        <p:nvPicPr>
          <p:cNvPr id="4" name="Imagem 3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0613E8E8-0343-9F22-263C-B23158CCD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681288"/>
            <a:ext cx="6696075" cy="3381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5057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81FE4-C535-927A-435E-174720395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C8573-D5FA-D30A-D057-84390024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222281" cy="1320800"/>
          </a:xfrm>
        </p:spPr>
        <p:txBody>
          <a:bodyPr>
            <a:normAutofit/>
          </a:bodyPr>
          <a:lstStyle/>
          <a:p>
            <a:r>
              <a:rPr lang="pt-BR" dirty="0"/>
              <a:t>Lista de Materiais</a:t>
            </a:r>
          </a:p>
        </p:txBody>
      </p:sp>
      <p:sp>
        <p:nvSpPr>
          <p:cNvPr id="11" name="Isosceles Triangle 8">
            <a:extLst>
              <a:ext uri="{FF2B5EF4-FFF2-40B4-BE49-F238E27FC236}">
                <a16:creationId xmlns:a16="http://schemas.microsoft.com/office/drawing/2014/main" id="{212CBC7C-F294-455B-AE07-8B43A5705F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0B1F7-C795-8FFB-FC57-D7428AFB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01" y="2160589"/>
            <a:ext cx="5211607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Aeromodelo 'sustentável' (reutilização e reaproveitamento de materiais);</a:t>
            </a:r>
          </a:p>
          <a:p>
            <a:r>
              <a:rPr lang="pt-BR" dirty="0"/>
              <a:t>Custo quase ZERO;</a:t>
            </a:r>
          </a:p>
          <a:p>
            <a:r>
              <a:rPr lang="pt-BR" dirty="0"/>
              <a:t>Ferramentas e materiais de fácil acesso e obtenção, sem a real necessidade de compra;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5" name="Imagem 4" descr="Kit Base De Corte Estilete Tesoura Fita Cola Para Scrapbook">
            <a:extLst>
              <a:ext uri="{FF2B5EF4-FFF2-40B4-BE49-F238E27FC236}">
                <a16:creationId xmlns:a16="http://schemas.microsoft.com/office/drawing/2014/main" id="{40E9E406-0C68-37DE-3C45-5C30885A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6" r="-1" b="10"/>
          <a:stretch>
            <a:fillRect/>
          </a:stretch>
        </p:blipFill>
        <p:spPr>
          <a:xfrm>
            <a:off x="6129405" y="609600"/>
            <a:ext cx="3144597" cy="3127248"/>
          </a:xfrm>
          <a:prstGeom prst="rect">
            <a:avLst/>
          </a:prstGeom>
        </p:spPr>
      </p:pic>
      <p:pic>
        <p:nvPicPr>
          <p:cNvPr id="6" name="Imagem 5" descr="Texto, Carta&#10;&#10;O conteúdo gerado por IA pode estar incorreto.">
            <a:extLst>
              <a:ext uri="{FF2B5EF4-FFF2-40B4-BE49-F238E27FC236}">
                <a16:creationId xmlns:a16="http://schemas.microsoft.com/office/drawing/2014/main" id="{E53573DE-246A-2431-932A-58F18A56C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7" r="-2" b="-2"/>
          <a:stretch>
            <a:fillRect/>
          </a:stretch>
        </p:blipFill>
        <p:spPr>
          <a:xfrm>
            <a:off x="6129405" y="3965447"/>
            <a:ext cx="3144597" cy="20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56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25794-C3EB-9FB8-13E2-830A3638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ta: para Cima 6">
            <a:extLst>
              <a:ext uri="{FF2B5EF4-FFF2-40B4-BE49-F238E27FC236}">
                <a16:creationId xmlns:a16="http://schemas.microsoft.com/office/drawing/2014/main" id="{392E5005-0F13-27A0-4D76-DDDF5797C2E0}"/>
              </a:ext>
            </a:extLst>
          </p:cNvPr>
          <p:cNvSpPr/>
          <p:nvPr/>
        </p:nvSpPr>
        <p:spPr>
          <a:xfrm>
            <a:off x="5086767" y="2179810"/>
            <a:ext cx="438150" cy="164782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Cima 6">
            <a:extLst>
              <a:ext uri="{FF2B5EF4-FFF2-40B4-BE49-F238E27FC236}">
                <a16:creationId xmlns:a16="http://schemas.microsoft.com/office/drawing/2014/main" id="{392E5005-0F13-27A0-4D76-DDDF5797C2E0}"/>
              </a:ext>
            </a:extLst>
          </p:cNvPr>
          <p:cNvSpPr/>
          <p:nvPr/>
        </p:nvSpPr>
        <p:spPr>
          <a:xfrm rot="3834647">
            <a:off x="6903706" y="2617030"/>
            <a:ext cx="438150" cy="112548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Cima 2">
            <a:extLst>
              <a:ext uri="{FF2B5EF4-FFF2-40B4-BE49-F238E27FC236}">
                <a16:creationId xmlns:a16="http://schemas.microsoft.com/office/drawing/2014/main" id="{944596CF-37FC-F5E8-B1F3-119AEAE0BD01}"/>
              </a:ext>
            </a:extLst>
          </p:cNvPr>
          <p:cNvSpPr/>
          <p:nvPr/>
        </p:nvSpPr>
        <p:spPr>
          <a:xfrm rot="10800000">
            <a:off x="5086767" y="4298150"/>
            <a:ext cx="438150" cy="164782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Cima 6">
            <a:extLst>
              <a:ext uri="{FF2B5EF4-FFF2-40B4-BE49-F238E27FC236}">
                <a16:creationId xmlns:a16="http://schemas.microsoft.com/office/drawing/2014/main" id="{392E5005-0F13-27A0-4D76-DDDF5797C2E0}"/>
              </a:ext>
            </a:extLst>
          </p:cNvPr>
          <p:cNvSpPr/>
          <p:nvPr/>
        </p:nvSpPr>
        <p:spPr>
          <a:xfrm rot="14742406">
            <a:off x="3261947" y="4184997"/>
            <a:ext cx="168925" cy="164782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Espaço Reservado para Conteúdo 5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2504602C-7057-9A28-B0C8-6A72171F0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7342" y="2312660"/>
            <a:ext cx="6687934" cy="44617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0081F7-6069-C668-9FDA-8CCF4979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222281" cy="1320800"/>
          </a:xfrm>
        </p:spPr>
        <p:txBody>
          <a:bodyPr>
            <a:normAutofit/>
          </a:bodyPr>
          <a:lstStyle/>
          <a:p>
            <a:r>
              <a:rPr lang="pt-BR" dirty="0"/>
              <a:t>Memorial de Cálculo</a:t>
            </a:r>
          </a:p>
        </p:txBody>
      </p:sp>
      <p:sp>
        <p:nvSpPr>
          <p:cNvPr id="11" name="Isosceles Triangle 8">
            <a:extLst>
              <a:ext uri="{FF2B5EF4-FFF2-40B4-BE49-F238E27FC236}">
                <a16:creationId xmlns:a16="http://schemas.microsoft.com/office/drawing/2014/main" id="{0C1D26DB-C077-9157-7B61-D82CFB5D56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4243691" y="1484178"/>
            <a:ext cx="212429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Sustentação</a:t>
            </a:r>
            <a:endParaRPr lang="pt-P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7838852" y="2473931"/>
            <a:ext cx="134524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Arrasto</a:t>
            </a:r>
            <a:endParaRPr lang="pt-P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1267242" y="5280081"/>
            <a:ext cx="12416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Tração</a:t>
            </a:r>
            <a:endParaRPr lang="pt-P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854850" y="6066626"/>
            <a:ext cx="90197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Peso</a:t>
            </a:r>
            <a:endParaRPr lang="pt-P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7803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 animBg="1"/>
      <p:bldP spid="9" grpId="0" animBg="1"/>
      <p:bldP spid="2" grpId="0"/>
      <p:bldP spid="10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25794-C3EB-9FB8-13E2-830A3638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081F7-6069-C668-9FDA-8CCF4979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222281" cy="1320800"/>
          </a:xfrm>
        </p:spPr>
        <p:txBody>
          <a:bodyPr>
            <a:normAutofit/>
          </a:bodyPr>
          <a:lstStyle/>
          <a:p>
            <a:r>
              <a:rPr lang="pt-BR" dirty="0"/>
              <a:t>Memorial de Cálculo</a:t>
            </a:r>
          </a:p>
        </p:txBody>
      </p:sp>
      <p:sp>
        <p:nvSpPr>
          <p:cNvPr id="11" name="Isosceles Triangle 8">
            <a:extLst>
              <a:ext uri="{FF2B5EF4-FFF2-40B4-BE49-F238E27FC236}">
                <a16:creationId xmlns:a16="http://schemas.microsoft.com/office/drawing/2014/main" id="{0C1D26DB-C077-9157-7B61-D82CFB5D56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879"/>
              </p:ext>
            </p:extLst>
          </p:nvPr>
        </p:nvGraphicFramePr>
        <p:xfrm>
          <a:off x="2097999" y="1930400"/>
          <a:ext cx="760323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616">
                  <a:extLst>
                    <a:ext uri="{9D8B030D-6E8A-4147-A177-3AD203B41FA5}">
                      <a16:colId xmlns:a16="http://schemas.microsoft.com/office/drawing/2014/main" val="3891856132"/>
                    </a:ext>
                  </a:extLst>
                </a:gridCol>
                <a:gridCol w="3801616">
                  <a:extLst>
                    <a:ext uri="{9D8B030D-6E8A-4147-A177-3AD203B41FA5}">
                      <a16:colId xmlns:a16="http://schemas.microsoft.com/office/drawing/2014/main" val="1817736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Medida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90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Envergadura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40cm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11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Comprimento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30cm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639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Corda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6cm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499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Área total da asa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198cm²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33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Área do estabilizador horizontal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43,4cm²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18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Distância da asa até o estabilizador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10,3cm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344822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2097999" y="4795520"/>
            <a:ext cx="58147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smtClean="0"/>
              <a:t>*Valores aproximados que podem sofrer alteração ao longo do projeto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939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produto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088576256"/>
              </p:ext>
            </p:extLst>
          </p:nvPr>
        </p:nvGraphicFramePr>
        <p:xfrm>
          <a:off x="1146002" y="1270000"/>
          <a:ext cx="8128000" cy="4234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65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Detalhamento</a:t>
            </a:r>
            <a:endParaRPr lang="pt-BR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08185"/>
              </p:ext>
            </p:extLst>
          </p:nvPr>
        </p:nvGraphicFramePr>
        <p:xfrm>
          <a:off x="2355193" y="1695635"/>
          <a:ext cx="5240950" cy="4249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4141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Projeito conceitual</a:t>
            </a:r>
            <a:endParaRPr lang="pt-BR" dirty="0"/>
          </a:p>
        </p:txBody>
      </p:sp>
      <p:grpSp>
        <p:nvGrpSpPr>
          <p:cNvPr id="8" name="Grupo 7"/>
          <p:cNvGrpSpPr/>
          <p:nvPr/>
        </p:nvGrpSpPr>
        <p:grpSpPr>
          <a:xfrm>
            <a:off x="2129146" y="1404519"/>
            <a:ext cx="7547514" cy="5040000"/>
            <a:chOff x="2158942" y="1464816"/>
            <a:chExt cx="6905159" cy="4465467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8942" y="1464816"/>
              <a:ext cx="6905159" cy="44654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1974" y="1662668"/>
              <a:ext cx="3343369" cy="2162109"/>
            </a:xfrm>
            <a:prstGeom prst="rect">
              <a:avLst/>
            </a:prstGeom>
            <a:ln>
              <a:noFill/>
            </a:ln>
          </p:spPr>
        </p:pic>
        <p:sp>
          <p:nvSpPr>
            <p:cNvPr id="6" name="CaixaDeTexto 5"/>
            <p:cNvSpPr txBox="1"/>
            <p:nvPr/>
          </p:nvSpPr>
          <p:spPr>
            <a:xfrm>
              <a:off x="3688883" y="1535043"/>
              <a:ext cx="620821" cy="3957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 smtClean="0"/>
                <a:t>400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5238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FA66D-B517-DA71-ACAA-20569D12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55925-185E-8165-B262-DBC54A93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da Documentação</a:t>
            </a:r>
          </a:p>
        </p:txBody>
      </p:sp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3B0D0C87-FC97-1860-DEEC-ADCC37F8C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7" y="1275052"/>
            <a:ext cx="10082646" cy="5191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167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3CDB0-D13C-53D4-2341-6BDFF804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da Documentação</a:t>
            </a:r>
          </a:p>
        </p:txBody>
      </p:sp>
      <p:pic>
        <p:nvPicPr>
          <p:cNvPr id="6" name="Imagem 5" descr="Gráfico, Linha do tempo&#10;&#10;O conteúdo gerado por IA pode estar incorreto.">
            <a:extLst>
              <a:ext uri="{FF2B5EF4-FFF2-40B4-BE49-F238E27FC236}">
                <a16:creationId xmlns:a16="http://schemas.microsoft.com/office/drawing/2014/main" id="{D0ECEDF9-C8F8-9483-7A87-A3A42FCF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1223963"/>
            <a:ext cx="10677525" cy="5476875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6A6E14-0D6E-8781-ACFF-FA9282DC7396}"/>
              </a:ext>
            </a:extLst>
          </p:cNvPr>
          <p:cNvSpPr/>
          <p:nvPr/>
        </p:nvSpPr>
        <p:spPr>
          <a:xfrm>
            <a:off x="1078634" y="2953326"/>
            <a:ext cx="1327727" cy="949613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5B8CBF8C-517E-E69F-BEB4-F6D7BCC9B82B}"/>
              </a:ext>
            </a:extLst>
          </p:cNvPr>
          <p:cNvSpPr/>
          <p:nvPr/>
        </p:nvSpPr>
        <p:spPr>
          <a:xfrm>
            <a:off x="5876924" y="3924300"/>
            <a:ext cx="142875" cy="838200"/>
          </a:xfrm>
          <a:prstGeom prst="rightBrac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9ACCAF-2A42-6E05-0AFA-C449FDE90018}"/>
              </a:ext>
            </a:extLst>
          </p:cNvPr>
          <p:cNvSpPr txBox="1"/>
          <p:nvPr/>
        </p:nvSpPr>
        <p:spPr>
          <a:xfrm>
            <a:off x="6029324" y="4162425"/>
            <a:ext cx="4457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06/10 - Tempo hábil para correções</a:t>
            </a:r>
          </a:p>
        </p:txBody>
      </p:sp>
    </p:spTree>
    <p:extLst>
      <p:ext uri="{BB962C8B-B14F-4D97-AF65-F5344CB8AC3E}">
        <p14:creationId xmlns:p14="http://schemas.microsoft.com/office/powerpoint/2010/main" val="4156468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801A3-F354-A96E-3296-DA13C286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 da apresentação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A5F1DF3-14D8-AC99-B21E-EBEBA9D988E3}"/>
              </a:ext>
            </a:extLst>
          </p:cNvPr>
          <p:cNvSpPr/>
          <p:nvPr/>
        </p:nvSpPr>
        <p:spPr>
          <a:xfrm>
            <a:off x="3568708" y="2967335"/>
            <a:ext cx="50545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355092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Facetad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05977A55693348A8D9AB3F2F806DF6" ma:contentTypeVersion="3" ma:contentTypeDescription="Crie um novo documento." ma:contentTypeScope="" ma:versionID="399150607d0136270741f3dc71f238a8">
  <xsd:schema xmlns:xsd="http://www.w3.org/2001/XMLSchema" xmlns:xs="http://www.w3.org/2001/XMLSchema" xmlns:p="http://schemas.microsoft.com/office/2006/metadata/properties" xmlns:ns2="2724c3bd-c015-4f5f-98f8-c3d5bbdd114f" targetNamespace="http://schemas.microsoft.com/office/2006/metadata/properties" ma:root="true" ma:fieldsID="290a79750093c3aea90439a931a2e734" ns2:_="">
    <xsd:import namespace="2724c3bd-c015-4f5f-98f8-c3d5bbdd11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4c3bd-c015-4f5f-98f8-c3d5bbdd11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7489C-4F23-4FA4-978B-00FEC6CA7A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4F21CBD-3F7A-4A9B-B649-EF1C6AFEBF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8AE7E0-68A0-4187-A933-16B61D265D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24c3bd-c015-4f5f-98f8-c3d5bbdd11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</TotalTime>
  <Words>267</Words>
  <Application>Microsoft Office PowerPoint</Application>
  <PresentationFormat>Ecrã Panorâmico</PresentationFormat>
  <Paragraphs>73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Facetado</vt:lpstr>
      <vt:lpstr>Grupo: AERO MECS</vt:lpstr>
      <vt:lpstr>Integrantes</vt:lpstr>
      <vt:lpstr>Backlog - 2ª Sprint</vt:lpstr>
      <vt:lpstr>Lista de Materiais</vt:lpstr>
      <vt:lpstr>Lista de Materiais</vt:lpstr>
      <vt:lpstr>Memorial de Cálculo</vt:lpstr>
      <vt:lpstr>Memorial de Cálculo</vt:lpstr>
      <vt:lpstr>Estrutura do produto</vt:lpstr>
      <vt:lpstr>Detalhamento</vt:lpstr>
      <vt:lpstr>Projeito conceitual</vt:lpstr>
      <vt:lpstr>Elaboração da Documentação</vt:lpstr>
      <vt:lpstr>Elaboração da Documentação</vt:lpstr>
      <vt:lpstr>Fim da apresentação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Grupo: AERO MECS</dc:title>
  <dc:creator>Caíque Fernandes</dc:creator>
  <cp:lastModifiedBy>CAIQUE FERNANDES</cp:lastModifiedBy>
  <cp:revision>119</cp:revision>
  <dcterms:created xsi:type="dcterms:W3CDTF">2025-09-14T20:14:16Z</dcterms:created>
  <dcterms:modified xsi:type="dcterms:W3CDTF">2025-10-09T18:56:51Z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0x0101008505977A55693348A8D9AB3F2F806DF6</vt:lpwstr>
  </property>
</Properties>
</file>